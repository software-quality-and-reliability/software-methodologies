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6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70" r:id="rId15"/>
    <p:sldId id="271" r:id="rId16"/>
    <p:sldId id="272" r:id="rId17"/>
    <p:sldId id="273" r:id="rId18"/>
    <p:sldId id="274" r:id="rId19"/>
    <p:sldId id="275" r:id="rId20"/>
    <p:sldId id="276"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4" r:id="rId47"/>
    <p:sldId id="305" r:id="rId48"/>
    <p:sldId id="306" r:id="rId49"/>
    <p:sldId id="307" r:id="rId50"/>
    <p:sldId id="308" r:id="rId51"/>
    <p:sldId id="309" r:id="rId52"/>
    <p:sldId id="310" r:id="rId53"/>
    <p:sldId id="311" r:id="rId54"/>
    <p:sldId id="312" r:id="rId55"/>
    <p:sldId id="313" r:id="rId56"/>
    <p:sldId id="314" r:id="rId57"/>
    <p:sldId id="315" r:id="rId58"/>
    <p:sldId id="316" r:id="rId59"/>
    <p:sldId id="317" r:id="rId60"/>
    <p:sldId id="318" r:id="rId61"/>
    <p:sldId id="319" r:id="rId62"/>
    <p:sldId id="320" r:id="rId63"/>
    <p:sldId id="321" r:id="rId64"/>
    <p:sldId id="322" r:id="rId65"/>
    <p:sldId id="323" r:id="rId66"/>
  </p:sldIdLst>
  <p:sldSz cx="12192000" cy="6858000"/>
  <p:notesSz cx="6858000" cy="9144000"/>
  <p:embeddedFontLst>
    <p:embeddedFont>
      <p:font typeface="Corbel" panose="020B0503020204020204" pitchFamily="34" charset="0"/>
      <p:regular r:id="rId68"/>
      <p:bold r:id="rId69"/>
      <p:italic r:id="rId70"/>
      <p:boldItalic r:id="rId71"/>
    </p:embeddedFont>
    <p:embeddedFont>
      <p:font typeface="Verdana" panose="020B0604030504040204" pitchFamily="34" charset="0"/>
      <p:regular r:id="rId72"/>
      <p:bold r:id="rId73"/>
      <p:italic r:id="rId74"/>
      <p:boldItalic r:id="rId75"/>
    </p:embeddedFont>
    <p:embeddedFont>
      <p:font typeface="Calibri" panose="020F0502020204030204" pitchFamily="34" charset="0"/>
      <p:regular r:id="rId76"/>
      <p:bold r:id="rId77"/>
      <p:italic r:id="rId78"/>
      <p:boldItalic r:id="rId7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3" roundtripDataSignature="AMtx7mhE+M/0K1P7jAznGXkqV03kgTBjy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9" d="100"/>
          <a:sy n="109" d="100"/>
        </p:scale>
        <p:origin x="63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font" Target="fonts/font1.fntdata"/><Relationship Id="rId84"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7.fntdata"/><Relationship Id="rId79" Type="http://schemas.openxmlformats.org/officeDocument/2006/relationships/font" Target="fonts/font12.fntdata"/><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font" Target="fonts/font2.fntdata"/><Relationship Id="rId77" Type="http://schemas.openxmlformats.org/officeDocument/2006/relationships/font" Target="fonts/font10.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5.fntdata"/><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3.fntdata"/><Relationship Id="rId75" Type="http://schemas.openxmlformats.org/officeDocument/2006/relationships/font" Target="fonts/font8.fntdata"/><Relationship Id="rId83"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6.fntdata"/><Relationship Id="rId78" Type="http://schemas.openxmlformats.org/officeDocument/2006/relationships/font" Target="fonts/font11.fntdata"/><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9.fntdata"/><Relationship Id="rId7" Type="http://schemas.openxmlformats.org/officeDocument/2006/relationships/slide" Target="slides/slide6.xml"/><Relationship Id="rId71" Type="http://schemas.openxmlformats.org/officeDocument/2006/relationships/font" Target="fonts/font4.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l-GR"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0" name="Google Shape;15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 name="Google Shape;15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2" name="Google Shape;16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1" name="Google Shape;17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8" name="Google Shape;17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 name="Google Shape;19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0" name="Google Shape;200;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7" name="Google Shape;20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4" name="Google Shape;214;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1" name="Google Shape;22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6" name="Google Shape;236;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3" name="Google Shape;243;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0" name="Google Shape;250;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7" name="Google Shape;257;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5" name="Google Shape;265;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2" name="Google Shape;27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9" name="Google Shape;279;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6" name="Google Shape;286;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1" name="Google Shape;301;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2adfc9e2d43_1_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8" name="Google Shape;308;g2adfc9e2d43_1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5" name="Google Shape;315;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2" name="Google Shape;322;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9" name="Google Shape;329;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5" name="Google Shape;335;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3" name="Google Shape;343;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0" name="Google Shape;350;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7" name="Google Shape;357;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4" name="Google Shape;364;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2" name="Google Shape;372;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9" name="Google Shape;379;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6" name="Google Shape;386;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3" name="Google Shape;393;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1" name="Google Shape;401;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8" name="Google Shape;408;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p4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5" name="Google Shape;415;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p4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2" name="Google Shape;422;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p4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9" name="Google Shape;429;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p4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6" name="Google Shape;436;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p4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p4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1" name="Google Shape;451;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p4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8" name="Google Shape;458;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p4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5" name="Google Shape;465;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p4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3" name="Google Shape;473;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p5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7" name="Google Shape;487;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p5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4" name="Google Shape;494;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p5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1" name="Google Shape;501;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p5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8" name="Google Shape;508;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p5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6" name="Google Shape;516;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p5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3" name="Google Shape;523;p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p5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0" name="Google Shape;530;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p5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7" name="Google Shape;537;p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Google Shape;542;p5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3" name="Google Shape;543;p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p5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9" name="Google Shape;549;p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Google Shape;559;p6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0" name="Google Shape;560;p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p:cNvGrpSpPr/>
        <p:nvPr/>
      </p:nvGrpSpPr>
      <p:grpSpPr>
        <a:xfrm>
          <a:off x="0" y="0"/>
          <a:ext cx="0" cy="0"/>
          <a:chOff x="0" y="0"/>
          <a:chExt cx="0" cy="0"/>
        </a:xfrm>
      </p:grpSpPr>
      <p:sp>
        <p:nvSpPr>
          <p:cNvPr id="569" name="Google Shape;569;p6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0" name="Google Shape;570;p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9"/>
        <p:cNvGrpSpPr/>
        <p:nvPr/>
      </p:nvGrpSpPr>
      <p:grpSpPr>
        <a:xfrm>
          <a:off x="0" y="0"/>
          <a:ext cx="0" cy="0"/>
          <a:chOff x="0" y="0"/>
          <a:chExt cx="0" cy="0"/>
        </a:xfrm>
      </p:grpSpPr>
      <p:sp>
        <p:nvSpPr>
          <p:cNvPr id="580" name="Google Shape;580;p6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1" name="Google Shape;581;p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p6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2" name="Google Shape;592;p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p6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9" name="Google Shape;599;p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3"/>
        <p:cNvGrpSpPr/>
        <p:nvPr/>
      </p:nvGrpSpPr>
      <p:grpSpPr>
        <a:xfrm>
          <a:off x="0" y="0"/>
          <a:ext cx="0" cy="0"/>
          <a:chOff x="0" y="0"/>
          <a:chExt cx="0" cy="0"/>
        </a:xfrm>
      </p:grpSpPr>
      <p:sp>
        <p:nvSpPr>
          <p:cNvPr id="604" name="Google Shape;604;p6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5" name="Google Shape;605;p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9"/>
        <p:cNvGrpSpPr/>
        <p:nvPr/>
      </p:nvGrpSpPr>
      <p:grpSpPr>
        <a:xfrm>
          <a:off x="0" y="0"/>
          <a:ext cx="0" cy="0"/>
          <a:chOff x="0" y="0"/>
          <a:chExt cx="0" cy="0"/>
        </a:xfrm>
      </p:grpSpPr>
      <p:sp>
        <p:nvSpPr>
          <p:cNvPr id="610" name="Google Shape;610;p6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1" name="Google Shape;611;p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p6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7" name="Google Shape;617;p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6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3" name="Google Shape;623;p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7"/>
        <p:cNvGrpSpPr/>
        <p:nvPr/>
      </p:nvGrpSpPr>
      <p:grpSpPr>
        <a:xfrm>
          <a:off x="0" y="0"/>
          <a:ext cx="0" cy="0"/>
          <a:chOff x="0" y="0"/>
          <a:chExt cx="0" cy="0"/>
        </a:xfrm>
      </p:grpSpPr>
      <p:sp>
        <p:nvSpPr>
          <p:cNvPr id="628" name="Google Shape;628;p6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9" name="Google Shape;629;p6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22"/>
        <p:cNvGrpSpPr/>
        <p:nvPr/>
      </p:nvGrpSpPr>
      <p:grpSpPr>
        <a:xfrm>
          <a:off x="0" y="0"/>
          <a:ext cx="0" cy="0"/>
          <a:chOff x="0" y="0"/>
          <a:chExt cx="0" cy="0"/>
        </a:xfrm>
      </p:grpSpPr>
      <p:grpSp>
        <p:nvGrpSpPr>
          <p:cNvPr id="23" name="Google Shape;23;p71"/>
          <p:cNvGrpSpPr/>
          <p:nvPr/>
        </p:nvGrpSpPr>
        <p:grpSpPr>
          <a:xfrm>
            <a:off x="546100" y="-4763"/>
            <a:ext cx="5014912" cy="6862763"/>
            <a:chOff x="2928938" y="-4763"/>
            <a:chExt cx="5014912" cy="6862763"/>
          </a:xfrm>
        </p:grpSpPr>
        <p:sp>
          <p:nvSpPr>
            <p:cNvPr id="24" name="Google Shape;24;p71"/>
            <p:cNvSpPr/>
            <p:nvPr/>
          </p:nvSpPr>
          <p:spPr>
            <a:xfrm>
              <a:off x="3367088" y="-4763"/>
              <a:ext cx="1063625" cy="2782888"/>
            </a:xfrm>
            <a:custGeom>
              <a:avLst/>
              <a:gdLst/>
              <a:ahLst/>
              <a:cxnLst/>
              <a:rect l="l" t="t" r="r" b="b"/>
              <a:pathLst>
                <a:path w="670" h="1753" extrusionOk="0">
                  <a:moveTo>
                    <a:pt x="0" y="1696"/>
                  </a:moveTo>
                  <a:lnTo>
                    <a:pt x="225" y="1753"/>
                  </a:lnTo>
                  <a:lnTo>
                    <a:pt x="670" y="0"/>
                  </a:lnTo>
                  <a:lnTo>
                    <a:pt x="430" y="0"/>
                  </a:lnTo>
                  <a:lnTo>
                    <a:pt x="0" y="1696"/>
                  </a:lnTo>
                  <a:close/>
                </a:path>
              </a:pathLst>
            </a:custGeom>
            <a:solidFill>
              <a:schemeClr val="accent1"/>
            </a:solidFill>
            <a:ln>
              <a:noFill/>
            </a:ln>
          </p:spPr>
        </p:sp>
        <p:sp>
          <p:nvSpPr>
            <p:cNvPr id="25" name="Google Shape;25;p71"/>
            <p:cNvSpPr/>
            <p:nvPr/>
          </p:nvSpPr>
          <p:spPr>
            <a:xfrm>
              <a:off x="2928938" y="-4763"/>
              <a:ext cx="1035050" cy="2673350"/>
            </a:xfrm>
            <a:custGeom>
              <a:avLst/>
              <a:gdLst/>
              <a:ahLst/>
              <a:cxnLst/>
              <a:rect l="l" t="t" r="r" b="b"/>
              <a:pathLst>
                <a:path w="652" h="1684" extrusionOk="0">
                  <a:moveTo>
                    <a:pt x="225" y="1684"/>
                  </a:moveTo>
                  <a:lnTo>
                    <a:pt x="652" y="0"/>
                  </a:lnTo>
                  <a:lnTo>
                    <a:pt x="411" y="0"/>
                  </a:lnTo>
                  <a:lnTo>
                    <a:pt x="0" y="1627"/>
                  </a:lnTo>
                  <a:lnTo>
                    <a:pt x="219" y="1681"/>
                  </a:lnTo>
                  <a:lnTo>
                    <a:pt x="225" y="1684"/>
                  </a:lnTo>
                  <a:close/>
                </a:path>
              </a:pathLst>
            </a:custGeom>
            <a:solidFill>
              <a:srgbClr val="595959"/>
            </a:solidFill>
            <a:ln>
              <a:noFill/>
            </a:ln>
          </p:spPr>
        </p:sp>
        <p:sp>
          <p:nvSpPr>
            <p:cNvPr id="26" name="Google Shape;26;p71"/>
            <p:cNvSpPr/>
            <p:nvPr/>
          </p:nvSpPr>
          <p:spPr>
            <a:xfrm>
              <a:off x="2928938" y="2582862"/>
              <a:ext cx="2693987" cy="4275138"/>
            </a:xfrm>
            <a:custGeom>
              <a:avLst/>
              <a:gdLst/>
              <a:ahLst/>
              <a:cxnLst/>
              <a:rect l="l" t="t" r="r" b="b"/>
              <a:pathLst>
                <a:path w="1697" h="2693" extrusionOk="0">
                  <a:moveTo>
                    <a:pt x="0" y="0"/>
                  </a:moveTo>
                  <a:lnTo>
                    <a:pt x="1622" y="2693"/>
                  </a:lnTo>
                  <a:lnTo>
                    <a:pt x="1697" y="2693"/>
                  </a:lnTo>
                  <a:lnTo>
                    <a:pt x="0" y="0"/>
                  </a:lnTo>
                  <a:close/>
                </a:path>
              </a:pathLst>
            </a:custGeom>
            <a:solidFill>
              <a:srgbClr val="262626"/>
            </a:solidFill>
            <a:ln>
              <a:noFill/>
            </a:ln>
          </p:spPr>
        </p:sp>
        <p:sp>
          <p:nvSpPr>
            <p:cNvPr id="27" name="Google Shape;27;p71"/>
            <p:cNvSpPr/>
            <p:nvPr/>
          </p:nvSpPr>
          <p:spPr>
            <a:xfrm>
              <a:off x="3371850" y="2692400"/>
              <a:ext cx="3332162" cy="4165600"/>
            </a:xfrm>
            <a:custGeom>
              <a:avLst/>
              <a:gdLst/>
              <a:ahLst/>
              <a:cxnLst/>
              <a:rect l="l" t="t" r="r" b="b"/>
              <a:pathLst>
                <a:path w="2099" h="2624" extrusionOk="0">
                  <a:moveTo>
                    <a:pt x="2099" y="2624"/>
                  </a:moveTo>
                  <a:lnTo>
                    <a:pt x="0" y="0"/>
                  </a:lnTo>
                  <a:lnTo>
                    <a:pt x="2021" y="2624"/>
                  </a:lnTo>
                  <a:lnTo>
                    <a:pt x="2099" y="2624"/>
                  </a:lnTo>
                  <a:close/>
                </a:path>
              </a:pathLst>
            </a:custGeom>
            <a:solidFill>
              <a:srgbClr val="0B5982"/>
            </a:solidFill>
            <a:ln>
              <a:noFill/>
            </a:ln>
          </p:spPr>
        </p:sp>
        <p:sp>
          <p:nvSpPr>
            <p:cNvPr id="28" name="Google Shape;28;p71"/>
            <p:cNvSpPr/>
            <p:nvPr/>
          </p:nvSpPr>
          <p:spPr>
            <a:xfrm>
              <a:off x="3367088" y="2687637"/>
              <a:ext cx="4576762" cy="4170363"/>
            </a:xfrm>
            <a:custGeom>
              <a:avLst/>
              <a:gdLst/>
              <a:ahLst/>
              <a:cxnLst/>
              <a:rect l="l" t="t" r="r" b="b"/>
              <a:pathLst>
                <a:path w="2883" h="2627" extrusionOk="0">
                  <a:moveTo>
                    <a:pt x="0" y="0"/>
                  </a:moveTo>
                  <a:lnTo>
                    <a:pt x="3" y="3"/>
                  </a:lnTo>
                  <a:lnTo>
                    <a:pt x="2102" y="2627"/>
                  </a:lnTo>
                  <a:lnTo>
                    <a:pt x="2883" y="2627"/>
                  </a:lnTo>
                  <a:lnTo>
                    <a:pt x="225" y="57"/>
                  </a:lnTo>
                  <a:lnTo>
                    <a:pt x="0" y="0"/>
                  </a:lnTo>
                  <a:close/>
                </a:path>
              </a:pathLst>
            </a:custGeom>
            <a:solidFill>
              <a:srgbClr val="1186C3"/>
            </a:solidFill>
            <a:ln>
              <a:noFill/>
            </a:ln>
          </p:spPr>
        </p:sp>
        <p:sp>
          <p:nvSpPr>
            <p:cNvPr id="29" name="Google Shape;29;p71"/>
            <p:cNvSpPr/>
            <p:nvPr/>
          </p:nvSpPr>
          <p:spPr>
            <a:xfrm>
              <a:off x="2928938" y="2578100"/>
              <a:ext cx="3584575" cy="4279900"/>
            </a:xfrm>
            <a:custGeom>
              <a:avLst/>
              <a:gdLst/>
              <a:ahLst/>
              <a:cxnLst/>
              <a:rect l="l" t="t" r="r" b="b"/>
              <a:pathLst>
                <a:path w="2258" h="2696" extrusionOk="0">
                  <a:moveTo>
                    <a:pt x="2258" y="2696"/>
                  </a:moveTo>
                  <a:lnTo>
                    <a:pt x="264" y="111"/>
                  </a:lnTo>
                  <a:lnTo>
                    <a:pt x="228" y="60"/>
                  </a:lnTo>
                  <a:lnTo>
                    <a:pt x="225" y="57"/>
                  </a:lnTo>
                  <a:lnTo>
                    <a:pt x="0" y="0"/>
                  </a:lnTo>
                  <a:lnTo>
                    <a:pt x="0" y="3"/>
                  </a:lnTo>
                  <a:lnTo>
                    <a:pt x="1697" y="2696"/>
                  </a:lnTo>
                  <a:lnTo>
                    <a:pt x="2258" y="2696"/>
                  </a:lnTo>
                  <a:close/>
                </a:path>
              </a:pathLst>
            </a:custGeom>
            <a:solidFill>
              <a:srgbClr val="3F3F3F"/>
            </a:solidFill>
            <a:ln>
              <a:noFill/>
            </a:ln>
          </p:spPr>
        </p:sp>
      </p:grpSp>
      <p:sp>
        <p:nvSpPr>
          <p:cNvPr id="30" name="Google Shape;30;p71"/>
          <p:cNvSpPr txBox="1">
            <a:spLocks noGrp="1"/>
          </p:cNvSpPr>
          <p:nvPr>
            <p:ph type="ctrTitle"/>
          </p:nvPr>
        </p:nvSpPr>
        <p:spPr>
          <a:xfrm>
            <a:off x="2928401" y="1380068"/>
            <a:ext cx="8574622" cy="2616199"/>
          </a:xfrm>
          <a:prstGeom prst="rect">
            <a:avLst/>
          </a:prstGeom>
          <a:noFill/>
          <a:ln>
            <a:noFill/>
          </a:ln>
        </p:spPr>
        <p:txBody>
          <a:bodyPr spcFirstLastPara="1" wrap="square" lIns="91425" tIns="45700" rIns="91425" bIns="45700" anchor="b" anchorCtr="0">
            <a:normAutofit/>
          </a:bodyPr>
          <a:lstStyle>
            <a:lvl1pPr lvl="0" algn="r">
              <a:spcBef>
                <a:spcPts val="0"/>
              </a:spcBef>
              <a:spcAft>
                <a:spcPts val="0"/>
              </a:spcAft>
              <a:buClr>
                <a:schemeClr val="dk1"/>
              </a:buClr>
              <a:buSzPts val="6000"/>
              <a:buFont typeface="Corbel"/>
              <a:buNone/>
              <a:defRPr sz="6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71"/>
          <p:cNvSpPr txBox="1">
            <a:spLocks noGrp="1"/>
          </p:cNvSpPr>
          <p:nvPr>
            <p:ph type="subTitle" idx="1"/>
          </p:nvPr>
        </p:nvSpPr>
        <p:spPr>
          <a:xfrm>
            <a:off x="4515377" y="3996267"/>
            <a:ext cx="6987645" cy="1388534"/>
          </a:xfrm>
          <a:prstGeom prst="rect">
            <a:avLst/>
          </a:prstGeom>
          <a:noFill/>
          <a:ln>
            <a:noFill/>
          </a:ln>
        </p:spPr>
        <p:txBody>
          <a:bodyPr spcFirstLastPara="1" wrap="square" lIns="91425" tIns="45700" rIns="91425" bIns="45700" anchor="t" anchorCtr="0">
            <a:normAutofit/>
          </a:bodyPr>
          <a:lstStyle>
            <a:lvl1pPr lvl="0" algn="r">
              <a:spcBef>
                <a:spcPts val="420"/>
              </a:spcBef>
              <a:spcAft>
                <a:spcPts val="0"/>
              </a:spcAft>
              <a:buSzPts val="3045"/>
              <a:buNone/>
              <a:defRPr sz="2100">
                <a:solidFill>
                  <a:schemeClr val="dk1"/>
                </a:solidFill>
              </a:defRPr>
            </a:lvl1pPr>
            <a:lvl2pPr lvl="1" algn="ctr">
              <a:spcBef>
                <a:spcPts val="600"/>
              </a:spcBef>
              <a:spcAft>
                <a:spcPts val="0"/>
              </a:spcAft>
              <a:buSzPts val="2900"/>
              <a:buNone/>
              <a:defRPr>
                <a:solidFill>
                  <a:srgbClr val="888888"/>
                </a:solidFill>
              </a:defRPr>
            </a:lvl2pPr>
            <a:lvl3pPr lvl="2" algn="ctr">
              <a:spcBef>
                <a:spcPts val="600"/>
              </a:spcBef>
              <a:spcAft>
                <a:spcPts val="0"/>
              </a:spcAft>
              <a:buSzPts val="2610"/>
              <a:buNone/>
              <a:defRPr>
                <a:solidFill>
                  <a:srgbClr val="888888"/>
                </a:solidFill>
              </a:defRPr>
            </a:lvl3pPr>
            <a:lvl4pPr lvl="3" algn="ctr">
              <a:spcBef>
                <a:spcPts val="600"/>
              </a:spcBef>
              <a:spcAft>
                <a:spcPts val="0"/>
              </a:spcAft>
              <a:buSzPts val="2320"/>
              <a:buNone/>
              <a:defRPr>
                <a:solidFill>
                  <a:srgbClr val="888888"/>
                </a:solidFill>
              </a:defRPr>
            </a:lvl4pPr>
            <a:lvl5pPr lvl="4" algn="ctr">
              <a:spcBef>
                <a:spcPts val="600"/>
              </a:spcBef>
              <a:spcAft>
                <a:spcPts val="0"/>
              </a:spcAft>
              <a:buSzPts val="2030"/>
              <a:buNone/>
              <a:defRPr>
                <a:solidFill>
                  <a:srgbClr val="888888"/>
                </a:solidFill>
              </a:defRPr>
            </a:lvl5pPr>
            <a:lvl6pPr lvl="5" algn="ctr">
              <a:spcBef>
                <a:spcPts val="600"/>
              </a:spcBef>
              <a:spcAft>
                <a:spcPts val="0"/>
              </a:spcAft>
              <a:buSzPts val="2030"/>
              <a:buNone/>
              <a:defRPr>
                <a:solidFill>
                  <a:srgbClr val="888888"/>
                </a:solidFill>
              </a:defRPr>
            </a:lvl6pPr>
            <a:lvl7pPr lvl="6" algn="ctr">
              <a:spcBef>
                <a:spcPts val="600"/>
              </a:spcBef>
              <a:spcAft>
                <a:spcPts val="0"/>
              </a:spcAft>
              <a:buSzPts val="2030"/>
              <a:buNone/>
              <a:defRPr>
                <a:solidFill>
                  <a:srgbClr val="888888"/>
                </a:solidFill>
              </a:defRPr>
            </a:lvl7pPr>
            <a:lvl8pPr lvl="7" algn="ctr">
              <a:spcBef>
                <a:spcPts val="600"/>
              </a:spcBef>
              <a:spcAft>
                <a:spcPts val="0"/>
              </a:spcAft>
              <a:buSzPts val="2030"/>
              <a:buNone/>
              <a:defRPr>
                <a:solidFill>
                  <a:srgbClr val="888888"/>
                </a:solidFill>
              </a:defRPr>
            </a:lvl8pPr>
            <a:lvl9pPr lvl="8" algn="ctr">
              <a:spcBef>
                <a:spcPts val="600"/>
              </a:spcBef>
              <a:spcAft>
                <a:spcPts val="600"/>
              </a:spcAft>
              <a:buSzPts val="2030"/>
              <a:buNone/>
              <a:defRPr>
                <a:solidFill>
                  <a:srgbClr val="888888"/>
                </a:solidFill>
              </a:defRPr>
            </a:lvl9pPr>
          </a:lstStyle>
          <a:p>
            <a:endParaRPr/>
          </a:p>
        </p:txBody>
      </p:sp>
      <p:sp>
        <p:nvSpPr>
          <p:cNvPr id="32" name="Google Shape;32;p71"/>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71"/>
          <p:cNvSpPr txBox="1">
            <a:spLocks noGrp="1"/>
          </p:cNvSpPr>
          <p:nvPr>
            <p:ph type="ftr" idx="11"/>
          </p:nvPr>
        </p:nvSpPr>
        <p:spPr>
          <a:xfrm>
            <a:off x="5332412" y="5883275"/>
            <a:ext cx="4324044"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71"/>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l-G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5"/>
        <p:cNvGrpSpPr/>
        <p:nvPr/>
      </p:nvGrpSpPr>
      <p:grpSpPr>
        <a:xfrm>
          <a:off x="0" y="0"/>
          <a:ext cx="0" cy="0"/>
          <a:chOff x="0" y="0"/>
          <a:chExt cx="0" cy="0"/>
        </a:xfrm>
      </p:grpSpPr>
      <p:sp>
        <p:nvSpPr>
          <p:cNvPr id="36" name="Google Shape;36;p72"/>
          <p:cNvSpPr txBox="1">
            <a:spLocks noGrp="1"/>
          </p:cNvSpPr>
          <p:nvPr>
            <p:ph type="title"/>
          </p:nvPr>
        </p:nvSpPr>
        <p:spPr>
          <a:xfrm>
            <a:off x="1484311" y="685800"/>
            <a:ext cx="10018713" cy="1752599"/>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72"/>
          <p:cNvSpPr txBox="1">
            <a:spLocks noGrp="1"/>
          </p:cNvSpPr>
          <p:nvPr>
            <p:ph type="body" idx="1"/>
          </p:nvPr>
        </p:nvSpPr>
        <p:spPr>
          <a:xfrm>
            <a:off x="1484310" y="2666999"/>
            <a:ext cx="10018713" cy="3124201"/>
          </a:xfrm>
          <a:prstGeom prst="rect">
            <a:avLst/>
          </a:prstGeom>
          <a:noFill/>
          <a:ln>
            <a:noFill/>
          </a:ln>
        </p:spPr>
        <p:txBody>
          <a:bodyPr spcFirstLastPara="1" wrap="square" lIns="91425" tIns="45700" rIns="91425" bIns="45700" anchor="ctr" anchorCtr="0">
            <a:normAutofit/>
          </a:bodyPr>
          <a:lstStyle>
            <a:lvl1pPr marL="457200" lvl="0" indent="-394335" algn="l">
              <a:spcBef>
                <a:spcPts val="360"/>
              </a:spcBef>
              <a:spcAft>
                <a:spcPts val="0"/>
              </a:spcAft>
              <a:buSzPts val="2610"/>
              <a:buChar char="•"/>
              <a:defRPr/>
            </a:lvl1pPr>
            <a:lvl2pPr marL="914400" lvl="1" indent="-394335" algn="l">
              <a:spcBef>
                <a:spcPts val="600"/>
              </a:spcBef>
              <a:spcAft>
                <a:spcPts val="0"/>
              </a:spcAft>
              <a:buSzPts val="2610"/>
              <a:buChar char="•"/>
              <a:defRPr/>
            </a:lvl2pPr>
            <a:lvl3pPr marL="1371600" lvl="2" indent="-394335" algn="l">
              <a:spcBef>
                <a:spcPts val="600"/>
              </a:spcBef>
              <a:spcAft>
                <a:spcPts val="0"/>
              </a:spcAft>
              <a:buSzPts val="2610"/>
              <a:buChar char="•"/>
              <a:defRPr/>
            </a:lvl3pPr>
            <a:lvl4pPr marL="1828800" lvl="3" indent="-394335" algn="l">
              <a:spcBef>
                <a:spcPts val="600"/>
              </a:spcBef>
              <a:spcAft>
                <a:spcPts val="0"/>
              </a:spcAft>
              <a:buSzPts val="2610"/>
              <a:buChar char="•"/>
              <a:defRPr/>
            </a:lvl4pPr>
            <a:lvl5pPr marL="2286000" lvl="4" indent="-394335" algn="l">
              <a:spcBef>
                <a:spcPts val="600"/>
              </a:spcBef>
              <a:spcAft>
                <a:spcPts val="0"/>
              </a:spcAft>
              <a:buSzPts val="2610"/>
              <a:buChar char="•"/>
              <a:defRPr/>
            </a:lvl5pPr>
            <a:lvl6pPr marL="2743200" lvl="5" indent="-394335" algn="l">
              <a:spcBef>
                <a:spcPts val="600"/>
              </a:spcBef>
              <a:spcAft>
                <a:spcPts val="0"/>
              </a:spcAft>
              <a:buSzPts val="2610"/>
              <a:buChar char="•"/>
              <a:defRPr/>
            </a:lvl6pPr>
            <a:lvl7pPr marL="3200400" lvl="6" indent="-394335" algn="l">
              <a:spcBef>
                <a:spcPts val="600"/>
              </a:spcBef>
              <a:spcAft>
                <a:spcPts val="0"/>
              </a:spcAft>
              <a:buSzPts val="2610"/>
              <a:buChar char="•"/>
              <a:defRPr/>
            </a:lvl7pPr>
            <a:lvl8pPr marL="3657600" lvl="7" indent="-394334" algn="l">
              <a:spcBef>
                <a:spcPts val="600"/>
              </a:spcBef>
              <a:spcAft>
                <a:spcPts val="0"/>
              </a:spcAft>
              <a:buSzPts val="2610"/>
              <a:buChar char="•"/>
              <a:defRPr/>
            </a:lvl8pPr>
            <a:lvl9pPr marL="4114800" lvl="8" indent="-394334" algn="l">
              <a:spcBef>
                <a:spcPts val="600"/>
              </a:spcBef>
              <a:spcAft>
                <a:spcPts val="600"/>
              </a:spcAft>
              <a:buSzPts val="2610"/>
              <a:buChar char="•"/>
              <a:defRPr/>
            </a:lvl9pPr>
          </a:lstStyle>
          <a:p>
            <a:endParaRPr/>
          </a:p>
        </p:txBody>
      </p:sp>
      <p:sp>
        <p:nvSpPr>
          <p:cNvPr id="38" name="Google Shape;38;p72"/>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72"/>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72"/>
          <p:cNvSpPr txBox="1">
            <a:spLocks noGrp="1"/>
          </p:cNvSpPr>
          <p:nvPr>
            <p:ph type="sldNum" idx="12"/>
          </p:nvPr>
        </p:nvSpPr>
        <p:spPr>
          <a:xfrm>
            <a:off x="10951856" y="5867131"/>
            <a:ext cx="5511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l-G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1"/>
        <p:cNvGrpSpPr/>
        <p:nvPr/>
      </p:nvGrpSpPr>
      <p:grpSpPr>
        <a:xfrm>
          <a:off x="0" y="0"/>
          <a:ext cx="0" cy="0"/>
          <a:chOff x="0" y="0"/>
          <a:chExt cx="0" cy="0"/>
        </a:xfrm>
      </p:grpSpPr>
      <p:sp>
        <p:nvSpPr>
          <p:cNvPr id="42" name="Google Shape;42;p73"/>
          <p:cNvSpPr txBox="1">
            <a:spLocks noGrp="1"/>
          </p:cNvSpPr>
          <p:nvPr>
            <p:ph type="title"/>
          </p:nvPr>
        </p:nvSpPr>
        <p:spPr>
          <a:xfrm>
            <a:off x="1484312" y="1600200"/>
            <a:ext cx="3549121" cy="1371600"/>
          </a:xfrm>
          <a:prstGeom prst="rect">
            <a:avLst/>
          </a:prstGeom>
          <a:noFill/>
          <a:ln>
            <a:noFill/>
          </a:ln>
        </p:spPr>
        <p:txBody>
          <a:bodyPr spcFirstLastPara="1" wrap="square" lIns="91425" tIns="45700" rIns="91425" bIns="45700" anchor="b" anchorCtr="0">
            <a:normAutofit/>
          </a:bodyPr>
          <a:lstStyle>
            <a:lvl1pPr lvl="0" algn="ctr">
              <a:spcBef>
                <a:spcPts val="0"/>
              </a:spcBef>
              <a:spcAft>
                <a:spcPts val="0"/>
              </a:spcAft>
              <a:buClr>
                <a:schemeClr val="dk1"/>
              </a:buClr>
              <a:buSzPts val="2400"/>
              <a:buFont typeface="Corbel"/>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73"/>
          <p:cNvSpPr txBox="1">
            <a:spLocks noGrp="1"/>
          </p:cNvSpPr>
          <p:nvPr>
            <p:ph type="body" idx="1"/>
          </p:nvPr>
        </p:nvSpPr>
        <p:spPr>
          <a:xfrm>
            <a:off x="5262033" y="685799"/>
            <a:ext cx="6240990" cy="5105401"/>
          </a:xfrm>
          <a:prstGeom prst="rect">
            <a:avLst/>
          </a:prstGeom>
          <a:noFill/>
          <a:ln>
            <a:noFill/>
          </a:ln>
        </p:spPr>
        <p:txBody>
          <a:bodyPr spcFirstLastPara="1" wrap="square" lIns="91425" tIns="45700" rIns="91425" bIns="45700" anchor="ctr" anchorCtr="0">
            <a:normAutofit/>
          </a:bodyPr>
          <a:lstStyle>
            <a:lvl1pPr marL="457200" lvl="0" indent="-412750" algn="l">
              <a:spcBef>
                <a:spcPts val="400"/>
              </a:spcBef>
              <a:spcAft>
                <a:spcPts val="0"/>
              </a:spcAft>
              <a:buSzPts val="2900"/>
              <a:buChar char="•"/>
              <a:defRPr sz="2000"/>
            </a:lvl1pPr>
            <a:lvl2pPr marL="914400" lvl="1" indent="-394335" algn="l">
              <a:spcBef>
                <a:spcPts val="600"/>
              </a:spcBef>
              <a:spcAft>
                <a:spcPts val="0"/>
              </a:spcAft>
              <a:buSzPts val="2610"/>
              <a:buChar char="•"/>
              <a:defRPr sz="1800"/>
            </a:lvl2pPr>
            <a:lvl3pPr marL="1371600" lvl="2" indent="-375919" algn="l">
              <a:spcBef>
                <a:spcPts val="600"/>
              </a:spcBef>
              <a:spcAft>
                <a:spcPts val="0"/>
              </a:spcAft>
              <a:buSzPts val="2320"/>
              <a:buChar char="•"/>
              <a:defRPr sz="1600"/>
            </a:lvl3pPr>
            <a:lvl4pPr marL="1828800" lvl="3" indent="-357505" algn="l">
              <a:spcBef>
                <a:spcPts val="600"/>
              </a:spcBef>
              <a:spcAft>
                <a:spcPts val="0"/>
              </a:spcAft>
              <a:buSzPts val="2030"/>
              <a:buChar char="•"/>
              <a:defRPr sz="1400"/>
            </a:lvl4pPr>
            <a:lvl5pPr marL="2286000" lvl="4" indent="-357504" algn="l">
              <a:spcBef>
                <a:spcPts val="600"/>
              </a:spcBef>
              <a:spcAft>
                <a:spcPts val="0"/>
              </a:spcAft>
              <a:buSzPts val="2030"/>
              <a:buChar char="•"/>
              <a:defRPr sz="1400"/>
            </a:lvl5pPr>
            <a:lvl6pPr marL="2743200" lvl="5" indent="-357504" algn="l">
              <a:spcBef>
                <a:spcPts val="600"/>
              </a:spcBef>
              <a:spcAft>
                <a:spcPts val="0"/>
              </a:spcAft>
              <a:buSzPts val="2030"/>
              <a:buChar char="•"/>
              <a:defRPr sz="1400"/>
            </a:lvl6pPr>
            <a:lvl7pPr marL="3200400" lvl="6" indent="-357504" algn="l">
              <a:spcBef>
                <a:spcPts val="600"/>
              </a:spcBef>
              <a:spcAft>
                <a:spcPts val="0"/>
              </a:spcAft>
              <a:buSzPts val="2030"/>
              <a:buChar char="•"/>
              <a:defRPr sz="1400"/>
            </a:lvl7pPr>
            <a:lvl8pPr marL="3657600" lvl="7" indent="-357504" algn="l">
              <a:spcBef>
                <a:spcPts val="600"/>
              </a:spcBef>
              <a:spcAft>
                <a:spcPts val="0"/>
              </a:spcAft>
              <a:buSzPts val="2030"/>
              <a:buChar char="•"/>
              <a:defRPr sz="1400"/>
            </a:lvl8pPr>
            <a:lvl9pPr marL="4114800" lvl="8" indent="-357504" algn="l">
              <a:spcBef>
                <a:spcPts val="600"/>
              </a:spcBef>
              <a:spcAft>
                <a:spcPts val="600"/>
              </a:spcAft>
              <a:buSzPts val="2030"/>
              <a:buChar char="•"/>
              <a:defRPr sz="1400"/>
            </a:lvl9pPr>
          </a:lstStyle>
          <a:p>
            <a:endParaRPr/>
          </a:p>
        </p:txBody>
      </p:sp>
      <p:sp>
        <p:nvSpPr>
          <p:cNvPr id="44" name="Google Shape;44;p73"/>
          <p:cNvSpPr txBox="1">
            <a:spLocks noGrp="1"/>
          </p:cNvSpPr>
          <p:nvPr>
            <p:ph type="body" idx="2"/>
          </p:nvPr>
        </p:nvSpPr>
        <p:spPr>
          <a:xfrm>
            <a:off x="1484312" y="2971800"/>
            <a:ext cx="3549121" cy="1828800"/>
          </a:xfrm>
          <a:prstGeom prst="rect">
            <a:avLst/>
          </a:prstGeom>
          <a:noFill/>
          <a:ln>
            <a:noFill/>
          </a:ln>
        </p:spPr>
        <p:txBody>
          <a:bodyPr spcFirstLastPara="1" wrap="square" lIns="91425" tIns="45700" rIns="91425" bIns="45700" anchor="ctr" anchorCtr="0">
            <a:normAutofit/>
          </a:bodyPr>
          <a:lstStyle>
            <a:lvl1pPr marL="457200" lvl="0" indent="-228600" algn="ctr">
              <a:spcBef>
                <a:spcPts val="320"/>
              </a:spcBef>
              <a:spcAft>
                <a:spcPts val="0"/>
              </a:spcAft>
              <a:buSzPts val="2320"/>
              <a:buNone/>
              <a:defRPr sz="1600"/>
            </a:lvl1pPr>
            <a:lvl2pPr marL="914400" lvl="1" indent="-228600" algn="l">
              <a:spcBef>
                <a:spcPts val="600"/>
              </a:spcBef>
              <a:spcAft>
                <a:spcPts val="0"/>
              </a:spcAft>
              <a:buSzPts val="1740"/>
              <a:buNone/>
              <a:defRPr sz="1200"/>
            </a:lvl2pPr>
            <a:lvl3pPr marL="1371600" lvl="2" indent="-228600" algn="l">
              <a:spcBef>
                <a:spcPts val="600"/>
              </a:spcBef>
              <a:spcAft>
                <a:spcPts val="0"/>
              </a:spcAft>
              <a:buSzPts val="1450"/>
              <a:buNone/>
              <a:defRPr sz="1000"/>
            </a:lvl3pPr>
            <a:lvl4pPr marL="1828800" lvl="3" indent="-228600" algn="l">
              <a:spcBef>
                <a:spcPts val="600"/>
              </a:spcBef>
              <a:spcAft>
                <a:spcPts val="0"/>
              </a:spcAft>
              <a:buSzPts val="1305"/>
              <a:buNone/>
              <a:defRPr sz="900"/>
            </a:lvl4pPr>
            <a:lvl5pPr marL="2286000" lvl="4" indent="-228600" algn="l">
              <a:spcBef>
                <a:spcPts val="600"/>
              </a:spcBef>
              <a:spcAft>
                <a:spcPts val="0"/>
              </a:spcAft>
              <a:buSzPts val="1305"/>
              <a:buNone/>
              <a:defRPr sz="900"/>
            </a:lvl5pPr>
            <a:lvl6pPr marL="2743200" lvl="5" indent="-228600" algn="l">
              <a:spcBef>
                <a:spcPts val="600"/>
              </a:spcBef>
              <a:spcAft>
                <a:spcPts val="0"/>
              </a:spcAft>
              <a:buSzPts val="1305"/>
              <a:buNone/>
              <a:defRPr sz="900"/>
            </a:lvl6pPr>
            <a:lvl7pPr marL="3200400" lvl="6" indent="-228600" algn="l">
              <a:spcBef>
                <a:spcPts val="600"/>
              </a:spcBef>
              <a:spcAft>
                <a:spcPts val="0"/>
              </a:spcAft>
              <a:buSzPts val="1305"/>
              <a:buNone/>
              <a:defRPr sz="900"/>
            </a:lvl7pPr>
            <a:lvl8pPr marL="3657600" lvl="7" indent="-228600" algn="l">
              <a:spcBef>
                <a:spcPts val="600"/>
              </a:spcBef>
              <a:spcAft>
                <a:spcPts val="0"/>
              </a:spcAft>
              <a:buSzPts val="1305"/>
              <a:buNone/>
              <a:defRPr sz="900"/>
            </a:lvl8pPr>
            <a:lvl9pPr marL="4114800" lvl="8" indent="-228600" algn="l">
              <a:spcBef>
                <a:spcPts val="600"/>
              </a:spcBef>
              <a:spcAft>
                <a:spcPts val="600"/>
              </a:spcAft>
              <a:buSzPts val="1305"/>
              <a:buNone/>
              <a:defRPr sz="900"/>
            </a:lvl9pPr>
          </a:lstStyle>
          <a:p>
            <a:endParaRPr/>
          </a:p>
        </p:txBody>
      </p:sp>
      <p:sp>
        <p:nvSpPr>
          <p:cNvPr id="45" name="Google Shape;45;p73"/>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73"/>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3"/>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l-G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74"/>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74"/>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74"/>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l-G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2"/>
        <p:cNvGrpSpPr/>
        <p:nvPr/>
      </p:nvGrpSpPr>
      <p:grpSpPr>
        <a:xfrm>
          <a:off x="0" y="0"/>
          <a:ext cx="0" cy="0"/>
          <a:chOff x="0" y="0"/>
          <a:chExt cx="0" cy="0"/>
        </a:xfrm>
      </p:grpSpPr>
      <p:sp>
        <p:nvSpPr>
          <p:cNvPr id="53" name="Google Shape;53;p75"/>
          <p:cNvSpPr txBox="1">
            <a:spLocks noGrp="1"/>
          </p:cNvSpPr>
          <p:nvPr>
            <p:ph type="title"/>
          </p:nvPr>
        </p:nvSpPr>
        <p:spPr>
          <a:xfrm>
            <a:off x="2572279" y="2666999"/>
            <a:ext cx="8930747" cy="2110382"/>
          </a:xfrm>
          <a:prstGeom prst="rect">
            <a:avLst/>
          </a:prstGeom>
          <a:noFill/>
          <a:ln>
            <a:noFill/>
          </a:ln>
        </p:spPr>
        <p:txBody>
          <a:bodyPr spcFirstLastPara="1" wrap="square" lIns="91425" tIns="45700" rIns="91425" bIns="45700" anchor="b" anchorCtr="0">
            <a:normAutofit/>
          </a:bodyPr>
          <a:lstStyle>
            <a:lvl1pPr lvl="0" algn="r">
              <a:spcBef>
                <a:spcPts val="0"/>
              </a:spcBef>
              <a:spcAft>
                <a:spcPts val="0"/>
              </a:spcAft>
              <a:buClr>
                <a:schemeClr val="dk1"/>
              </a:buClr>
              <a:buSzPts val="4000"/>
              <a:buFont typeface="Corbel"/>
              <a:buNone/>
              <a:defRPr sz="40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75"/>
          <p:cNvSpPr txBox="1">
            <a:spLocks noGrp="1"/>
          </p:cNvSpPr>
          <p:nvPr>
            <p:ph type="body" idx="1"/>
          </p:nvPr>
        </p:nvSpPr>
        <p:spPr>
          <a:xfrm>
            <a:off x="2572278" y="4777381"/>
            <a:ext cx="8930748" cy="860400"/>
          </a:xfrm>
          <a:prstGeom prst="rect">
            <a:avLst/>
          </a:prstGeom>
          <a:noFill/>
          <a:ln>
            <a:noFill/>
          </a:ln>
        </p:spPr>
        <p:txBody>
          <a:bodyPr spcFirstLastPara="1" wrap="square" lIns="91425" tIns="45700" rIns="91425" bIns="45700" anchor="t" anchorCtr="0">
            <a:normAutofit/>
          </a:bodyPr>
          <a:lstStyle>
            <a:lvl1pPr marL="457200" lvl="0" indent="-228600" algn="r">
              <a:spcBef>
                <a:spcPts val="400"/>
              </a:spcBef>
              <a:spcAft>
                <a:spcPts val="0"/>
              </a:spcAft>
              <a:buSzPts val="2900"/>
              <a:buNone/>
              <a:defRPr sz="2000">
                <a:solidFill>
                  <a:schemeClr val="dk1"/>
                </a:solidFill>
              </a:defRPr>
            </a:lvl1pPr>
            <a:lvl2pPr marL="914400" lvl="1" indent="-228600" algn="l">
              <a:spcBef>
                <a:spcPts val="600"/>
              </a:spcBef>
              <a:spcAft>
                <a:spcPts val="0"/>
              </a:spcAft>
              <a:buSzPts val="2610"/>
              <a:buNone/>
              <a:defRPr sz="1800">
                <a:solidFill>
                  <a:srgbClr val="888888"/>
                </a:solidFill>
              </a:defRPr>
            </a:lvl2pPr>
            <a:lvl3pPr marL="1371600" lvl="2" indent="-228600" algn="l">
              <a:spcBef>
                <a:spcPts val="600"/>
              </a:spcBef>
              <a:spcAft>
                <a:spcPts val="0"/>
              </a:spcAft>
              <a:buSzPts val="2320"/>
              <a:buNone/>
              <a:defRPr sz="1600">
                <a:solidFill>
                  <a:srgbClr val="888888"/>
                </a:solidFill>
              </a:defRPr>
            </a:lvl3pPr>
            <a:lvl4pPr marL="1828800" lvl="3" indent="-228600" algn="l">
              <a:spcBef>
                <a:spcPts val="600"/>
              </a:spcBef>
              <a:spcAft>
                <a:spcPts val="0"/>
              </a:spcAft>
              <a:buSzPts val="2030"/>
              <a:buNone/>
              <a:defRPr sz="1400">
                <a:solidFill>
                  <a:srgbClr val="888888"/>
                </a:solidFill>
              </a:defRPr>
            </a:lvl4pPr>
            <a:lvl5pPr marL="2286000" lvl="4" indent="-228600" algn="l">
              <a:spcBef>
                <a:spcPts val="600"/>
              </a:spcBef>
              <a:spcAft>
                <a:spcPts val="0"/>
              </a:spcAft>
              <a:buSzPts val="2030"/>
              <a:buNone/>
              <a:defRPr sz="1400">
                <a:solidFill>
                  <a:srgbClr val="888888"/>
                </a:solidFill>
              </a:defRPr>
            </a:lvl5pPr>
            <a:lvl6pPr marL="2743200" lvl="5" indent="-228600" algn="l">
              <a:spcBef>
                <a:spcPts val="600"/>
              </a:spcBef>
              <a:spcAft>
                <a:spcPts val="0"/>
              </a:spcAft>
              <a:buSzPts val="2030"/>
              <a:buNone/>
              <a:defRPr sz="1400">
                <a:solidFill>
                  <a:srgbClr val="888888"/>
                </a:solidFill>
              </a:defRPr>
            </a:lvl6pPr>
            <a:lvl7pPr marL="3200400" lvl="6" indent="-228600" algn="l">
              <a:spcBef>
                <a:spcPts val="600"/>
              </a:spcBef>
              <a:spcAft>
                <a:spcPts val="0"/>
              </a:spcAft>
              <a:buSzPts val="2030"/>
              <a:buNone/>
              <a:defRPr sz="1400">
                <a:solidFill>
                  <a:srgbClr val="888888"/>
                </a:solidFill>
              </a:defRPr>
            </a:lvl7pPr>
            <a:lvl8pPr marL="3657600" lvl="7" indent="-228600" algn="l">
              <a:spcBef>
                <a:spcPts val="600"/>
              </a:spcBef>
              <a:spcAft>
                <a:spcPts val="0"/>
              </a:spcAft>
              <a:buSzPts val="2030"/>
              <a:buNone/>
              <a:defRPr sz="1400">
                <a:solidFill>
                  <a:srgbClr val="888888"/>
                </a:solidFill>
              </a:defRPr>
            </a:lvl8pPr>
            <a:lvl9pPr marL="4114800" lvl="8" indent="-228600" algn="l">
              <a:spcBef>
                <a:spcPts val="600"/>
              </a:spcBef>
              <a:spcAft>
                <a:spcPts val="600"/>
              </a:spcAft>
              <a:buSzPts val="2030"/>
              <a:buNone/>
              <a:defRPr sz="1400">
                <a:solidFill>
                  <a:srgbClr val="888888"/>
                </a:solidFill>
              </a:defRPr>
            </a:lvl9pPr>
          </a:lstStyle>
          <a:p>
            <a:endParaRPr/>
          </a:p>
        </p:txBody>
      </p:sp>
      <p:sp>
        <p:nvSpPr>
          <p:cNvPr id="55" name="Google Shape;55;p75"/>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75"/>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75"/>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l-G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8"/>
        <p:cNvGrpSpPr/>
        <p:nvPr/>
      </p:nvGrpSpPr>
      <p:grpSpPr>
        <a:xfrm>
          <a:off x="0" y="0"/>
          <a:ext cx="0" cy="0"/>
          <a:chOff x="0" y="0"/>
          <a:chExt cx="0" cy="0"/>
        </a:xfrm>
      </p:grpSpPr>
      <p:sp>
        <p:nvSpPr>
          <p:cNvPr id="59" name="Google Shape;59;p76"/>
          <p:cNvSpPr txBox="1">
            <a:spLocks noGrp="1"/>
          </p:cNvSpPr>
          <p:nvPr>
            <p:ph type="title"/>
          </p:nvPr>
        </p:nvSpPr>
        <p:spPr>
          <a:xfrm>
            <a:off x="1484311" y="685800"/>
            <a:ext cx="10018713" cy="1752599"/>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76"/>
          <p:cNvSpPr txBox="1">
            <a:spLocks noGrp="1"/>
          </p:cNvSpPr>
          <p:nvPr>
            <p:ph type="body" idx="1"/>
          </p:nvPr>
        </p:nvSpPr>
        <p:spPr>
          <a:xfrm>
            <a:off x="1484312" y="2666999"/>
            <a:ext cx="4895055" cy="3124201"/>
          </a:xfrm>
          <a:prstGeom prst="rect">
            <a:avLst/>
          </a:prstGeom>
          <a:noFill/>
          <a:ln>
            <a:noFill/>
          </a:ln>
        </p:spPr>
        <p:txBody>
          <a:bodyPr spcFirstLastPara="1" wrap="square" lIns="91425" tIns="45700" rIns="91425" bIns="45700" anchor="ctr" anchorCtr="0">
            <a:normAutofit/>
          </a:bodyPr>
          <a:lstStyle>
            <a:lvl1pPr marL="457200" lvl="0" indent="-394335" algn="l">
              <a:spcBef>
                <a:spcPts val="360"/>
              </a:spcBef>
              <a:spcAft>
                <a:spcPts val="0"/>
              </a:spcAft>
              <a:buSzPts val="2610"/>
              <a:buChar char="•"/>
              <a:defRPr sz="1800"/>
            </a:lvl1pPr>
            <a:lvl2pPr marL="914400" lvl="1" indent="-375919" algn="l">
              <a:spcBef>
                <a:spcPts val="600"/>
              </a:spcBef>
              <a:spcAft>
                <a:spcPts val="0"/>
              </a:spcAft>
              <a:buSzPts val="2320"/>
              <a:buChar char="•"/>
              <a:defRPr sz="1600"/>
            </a:lvl2pPr>
            <a:lvl3pPr marL="1371600" lvl="2" indent="-357505" algn="l">
              <a:spcBef>
                <a:spcPts val="600"/>
              </a:spcBef>
              <a:spcAft>
                <a:spcPts val="0"/>
              </a:spcAft>
              <a:buSzPts val="2030"/>
              <a:buChar char="•"/>
              <a:defRPr sz="1400"/>
            </a:lvl3pPr>
            <a:lvl4pPr marL="1828800" lvl="3" indent="-339089" algn="l">
              <a:spcBef>
                <a:spcPts val="600"/>
              </a:spcBef>
              <a:spcAft>
                <a:spcPts val="0"/>
              </a:spcAft>
              <a:buSzPts val="1740"/>
              <a:buChar char="•"/>
              <a:defRPr sz="1200"/>
            </a:lvl4pPr>
            <a:lvl5pPr marL="2286000" lvl="4" indent="-339089" algn="l">
              <a:spcBef>
                <a:spcPts val="600"/>
              </a:spcBef>
              <a:spcAft>
                <a:spcPts val="0"/>
              </a:spcAft>
              <a:buSzPts val="1740"/>
              <a:buChar char="•"/>
              <a:defRPr sz="1200"/>
            </a:lvl5pPr>
            <a:lvl6pPr marL="2743200" lvl="5" indent="-339089" algn="l">
              <a:spcBef>
                <a:spcPts val="600"/>
              </a:spcBef>
              <a:spcAft>
                <a:spcPts val="0"/>
              </a:spcAft>
              <a:buSzPts val="1740"/>
              <a:buChar char="•"/>
              <a:defRPr sz="1200"/>
            </a:lvl6pPr>
            <a:lvl7pPr marL="3200400" lvl="6" indent="-339089" algn="l">
              <a:spcBef>
                <a:spcPts val="600"/>
              </a:spcBef>
              <a:spcAft>
                <a:spcPts val="0"/>
              </a:spcAft>
              <a:buSzPts val="1740"/>
              <a:buChar char="•"/>
              <a:defRPr sz="1200"/>
            </a:lvl7pPr>
            <a:lvl8pPr marL="3657600" lvl="7" indent="-339090" algn="l">
              <a:spcBef>
                <a:spcPts val="600"/>
              </a:spcBef>
              <a:spcAft>
                <a:spcPts val="0"/>
              </a:spcAft>
              <a:buSzPts val="1740"/>
              <a:buChar char="•"/>
              <a:defRPr sz="1200"/>
            </a:lvl8pPr>
            <a:lvl9pPr marL="4114800" lvl="8" indent="-339090" algn="l">
              <a:spcBef>
                <a:spcPts val="600"/>
              </a:spcBef>
              <a:spcAft>
                <a:spcPts val="600"/>
              </a:spcAft>
              <a:buSzPts val="1740"/>
              <a:buChar char="•"/>
              <a:defRPr sz="1200"/>
            </a:lvl9pPr>
          </a:lstStyle>
          <a:p>
            <a:endParaRPr/>
          </a:p>
        </p:txBody>
      </p:sp>
      <p:sp>
        <p:nvSpPr>
          <p:cNvPr id="61" name="Google Shape;61;p76"/>
          <p:cNvSpPr txBox="1">
            <a:spLocks noGrp="1"/>
          </p:cNvSpPr>
          <p:nvPr>
            <p:ph type="body" idx="2"/>
          </p:nvPr>
        </p:nvSpPr>
        <p:spPr>
          <a:xfrm>
            <a:off x="6607967" y="2667000"/>
            <a:ext cx="4895056" cy="3124200"/>
          </a:xfrm>
          <a:prstGeom prst="rect">
            <a:avLst/>
          </a:prstGeom>
          <a:noFill/>
          <a:ln>
            <a:noFill/>
          </a:ln>
        </p:spPr>
        <p:txBody>
          <a:bodyPr spcFirstLastPara="1" wrap="square" lIns="91425" tIns="45700" rIns="91425" bIns="45700" anchor="ctr" anchorCtr="0">
            <a:normAutofit/>
          </a:bodyPr>
          <a:lstStyle>
            <a:lvl1pPr marL="457200" lvl="0" indent="-394335" algn="l">
              <a:spcBef>
                <a:spcPts val="360"/>
              </a:spcBef>
              <a:spcAft>
                <a:spcPts val="0"/>
              </a:spcAft>
              <a:buSzPts val="2610"/>
              <a:buChar char="•"/>
              <a:defRPr sz="1800"/>
            </a:lvl1pPr>
            <a:lvl2pPr marL="914400" lvl="1" indent="-375919" algn="l">
              <a:spcBef>
                <a:spcPts val="600"/>
              </a:spcBef>
              <a:spcAft>
                <a:spcPts val="0"/>
              </a:spcAft>
              <a:buSzPts val="2320"/>
              <a:buChar char="•"/>
              <a:defRPr sz="1600"/>
            </a:lvl2pPr>
            <a:lvl3pPr marL="1371600" lvl="2" indent="-357505" algn="l">
              <a:spcBef>
                <a:spcPts val="600"/>
              </a:spcBef>
              <a:spcAft>
                <a:spcPts val="0"/>
              </a:spcAft>
              <a:buSzPts val="2030"/>
              <a:buChar char="•"/>
              <a:defRPr sz="1400"/>
            </a:lvl3pPr>
            <a:lvl4pPr marL="1828800" lvl="3" indent="-339089" algn="l">
              <a:spcBef>
                <a:spcPts val="600"/>
              </a:spcBef>
              <a:spcAft>
                <a:spcPts val="0"/>
              </a:spcAft>
              <a:buSzPts val="1740"/>
              <a:buChar char="•"/>
              <a:defRPr sz="1200"/>
            </a:lvl4pPr>
            <a:lvl5pPr marL="2286000" lvl="4" indent="-339089" algn="l">
              <a:spcBef>
                <a:spcPts val="600"/>
              </a:spcBef>
              <a:spcAft>
                <a:spcPts val="0"/>
              </a:spcAft>
              <a:buSzPts val="1740"/>
              <a:buChar char="•"/>
              <a:defRPr sz="1200"/>
            </a:lvl5pPr>
            <a:lvl6pPr marL="2743200" lvl="5" indent="-339089" algn="l">
              <a:spcBef>
                <a:spcPts val="600"/>
              </a:spcBef>
              <a:spcAft>
                <a:spcPts val="0"/>
              </a:spcAft>
              <a:buSzPts val="1740"/>
              <a:buChar char="•"/>
              <a:defRPr sz="1200"/>
            </a:lvl6pPr>
            <a:lvl7pPr marL="3200400" lvl="6" indent="-339089" algn="l">
              <a:spcBef>
                <a:spcPts val="600"/>
              </a:spcBef>
              <a:spcAft>
                <a:spcPts val="0"/>
              </a:spcAft>
              <a:buSzPts val="1740"/>
              <a:buChar char="•"/>
              <a:defRPr sz="1200"/>
            </a:lvl7pPr>
            <a:lvl8pPr marL="3657600" lvl="7" indent="-339090" algn="l">
              <a:spcBef>
                <a:spcPts val="600"/>
              </a:spcBef>
              <a:spcAft>
                <a:spcPts val="0"/>
              </a:spcAft>
              <a:buSzPts val="1740"/>
              <a:buChar char="•"/>
              <a:defRPr sz="1200"/>
            </a:lvl8pPr>
            <a:lvl9pPr marL="4114800" lvl="8" indent="-339090" algn="l">
              <a:spcBef>
                <a:spcPts val="600"/>
              </a:spcBef>
              <a:spcAft>
                <a:spcPts val="600"/>
              </a:spcAft>
              <a:buSzPts val="1740"/>
              <a:buChar char="•"/>
              <a:defRPr sz="1200"/>
            </a:lvl9pPr>
          </a:lstStyle>
          <a:p>
            <a:endParaRPr/>
          </a:p>
        </p:txBody>
      </p:sp>
      <p:sp>
        <p:nvSpPr>
          <p:cNvPr id="62" name="Google Shape;62;p76"/>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76"/>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76"/>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l-G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5"/>
        <p:cNvGrpSpPr/>
        <p:nvPr/>
      </p:nvGrpSpPr>
      <p:grpSpPr>
        <a:xfrm>
          <a:off x="0" y="0"/>
          <a:ext cx="0" cy="0"/>
          <a:chOff x="0" y="0"/>
          <a:chExt cx="0" cy="0"/>
        </a:xfrm>
      </p:grpSpPr>
      <p:sp>
        <p:nvSpPr>
          <p:cNvPr id="66" name="Google Shape;66;p77"/>
          <p:cNvSpPr txBox="1">
            <a:spLocks noGrp="1"/>
          </p:cNvSpPr>
          <p:nvPr>
            <p:ph type="title"/>
          </p:nvPr>
        </p:nvSpPr>
        <p:spPr>
          <a:xfrm>
            <a:off x="1484311" y="685800"/>
            <a:ext cx="10018713" cy="1752599"/>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000"/>
              <a:buFont typeface="Corbel"/>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77"/>
          <p:cNvSpPr txBox="1">
            <a:spLocks noGrp="1"/>
          </p:cNvSpPr>
          <p:nvPr>
            <p:ph type="body" idx="1"/>
          </p:nvPr>
        </p:nvSpPr>
        <p:spPr>
          <a:xfrm>
            <a:off x="1772179" y="2658533"/>
            <a:ext cx="4607188" cy="576262"/>
          </a:xfrm>
          <a:prstGeom prst="rect">
            <a:avLst/>
          </a:prstGeom>
          <a:noFill/>
          <a:ln>
            <a:noFill/>
          </a:ln>
        </p:spPr>
        <p:txBody>
          <a:bodyPr spcFirstLastPara="1" wrap="square" lIns="91425" tIns="45700" rIns="91425" bIns="45700" anchor="b" anchorCtr="0">
            <a:noAutofit/>
          </a:bodyPr>
          <a:lstStyle>
            <a:lvl1pPr marL="457200" lvl="0" indent="-228600" algn="l">
              <a:spcBef>
                <a:spcPts val="560"/>
              </a:spcBef>
              <a:spcAft>
                <a:spcPts val="0"/>
              </a:spcAft>
              <a:buSzPts val="4060"/>
              <a:buNone/>
              <a:defRPr sz="2800" b="0">
                <a:solidFill>
                  <a:srgbClr val="1186C3"/>
                </a:solidFill>
              </a:defRPr>
            </a:lvl1pPr>
            <a:lvl2pPr marL="914400" lvl="1" indent="-228600" algn="l">
              <a:spcBef>
                <a:spcPts val="600"/>
              </a:spcBef>
              <a:spcAft>
                <a:spcPts val="0"/>
              </a:spcAft>
              <a:buSzPts val="2900"/>
              <a:buNone/>
              <a:defRPr sz="2000" b="1"/>
            </a:lvl2pPr>
            <a:lvl3pPr marL="1371600" lvl="2" indent="-228600" algn="l">
              <a:spcBef>
                <a:spcPts val="600"/>
              </a:spcBef>
              <a:spcAft>
                <a:spcPts val="0"/>
              </a:spcAft>
              <a:buSzPts val="2610"/>
              <a:buNone/>
              <a:defRPr sz="1800" b="1"/>
            </a:lvl3pPr>
            <a:lvl4pPr marL="1828800" lvl="3" indent="-228600" algn="l">
              <a:spcBef>
                <a:spcPts val="600"/>
              </a:spcBef>
              <a:spcAft>
                <a:spcPts val="0"/>
              </a:spcAft>
              <a:buSzPts val="2320"/>
              <a:buNone/>
              <a:defRPr sz="1600" b="1"/>
            </a:lvl4pPr>
            <a:lvl5pPr marL="2286000" lvl="4" indent="-228600" algn="l">
              <a:spcBef>
                <a:spcPts val="600"/>
              </a:spcBef>
              <a:spcAft>
                <a:spcPts val="0"/>
              </a:spcAft>
              <a:buSzPts val="2320"/>
              <a:buNone/>
              <a:defRPr sz="1600" b="1"/>
            </a:lvl5pPr>
            <a:lvl6pPr marL="2743200" lvl="5" indent="-228600" algn="l">
              <a:spcBef>
                <a:spcPts val="600"/>
              </a:spcBef>
              <a:spcAft>
                <a:spcPts val="0"/>
              </a:spcAft>
              <a:buSzPts val="2320"/>
              <a:buNone/>
              <a:defRPr sz="1600" b="1"/>
            </a:lvl6pPr>
            <a:lvl7pPr marL="3200400" lvl="6" indent="-228600" algn="l">
              <a:spcBef>
                <a:spcPts val="600"/>
              </a:spcBef>
              <a:spcAft>
                <a:spcPts val="0"/>
              </a:spcAft>
              <a:buSzPts val="2320"/>
              <a:buNone/>
              <a:defRPr sz="1600" b="1"/>
            </a:lvl7pPr>
            <a:lvl8pPr marL="3657600" lvl="7" indent="-228600" algn="l">
              <a:spcBef>
                <a:spcPts val="600"/>
              </a:spcBef>
              <a:spcAft>
                <a:spcPts val="0"/>
              </a:spcAft>
              <a:buSzPts val="2320"/>
              <a:buNone/>
              <a:defRPr sz="1600" b="1"/>
            </a:lvl8pPr>
            <a:lvl9pPr marL="4114800" lvl="8" indent="-228600" algn="l">
              <a:spcBef>
                <a:spcPts val="600"/>
              </a:spcBef>
              <a:spcAft>
                <a:spcPts val="600"/>
              </a:spcAft>
              <a:buSzPts val="2320"/>
              <a:buNone/>
              <a:defRPr sz="1600" b="1"/>
            </a:lvl9pPr>
          </a:lstStyle>
          <a:p>
            <a:endParaRPr/>
          </a:p>
        </p:txBody>
      </p:sp>
      <p:sp>
        <p:nvSpPr>
          <p:cNvPr id="68" name="Google Shape;68;p77"/>
          <p:cNvSpPr txBox="1">
            <a:spLocks noGrp="1"/>
          </p:cNvSpPr>
          <p:nvPr>
            <p:ph type="body" idx="2"/>
          </p:nvPr>
        </p:nvSpPr>
        <p:spPr>
          <a:xfrm>
            <a:off x="1484311" y="3335337"/>
            <a:ext cx="4895056" cy="2455862"/>
          </a:xfrm>
          <a:prstGeom prst="rect">
            <a:avLst/>
          </a:prstGeom>
          <a:noFill/>
          <a:ln>
            <a:noFill/>
          </a:ln>
        </p:spPr>
        <p:txBody>
          <a:bodyPr spcFirstLastPara="1" wrap="square" lIns="91425" tIns="45700" rIns="91425" bIns="45700" anchor="t" anchorCtr="0">
            <a:normAutofit/>
          </a:bodyPr>
          <a:lstStyle>
            <a:lvl1pPr marL="457200" lvl="0" indent="-394335" algn="l">
              <a:spcBef>
                <a:spcPts val="360"/>
              </a:spcBef>
              <a:spcAft>
                <a:spcPts val="0"/>
              </a:spcAft>
              <a:buSzPts val="2610"/>
              <a:buChar char="•"/>
              <a:defRPr sz="1800"/>
            </a:lvl1pPr>
            <a:lvl2pPr marL="914400" lvl="1" indent="-375919" algn="l">
              <a:spcBef>
                <a:spcPts val="600"/>
              </a:spcBef>
              <a:spcAft>
                <a:spcPts val="0"/>
              </a:spcAft>
              <a:buSzPts val="2320"/>
              <a:buChar char="•"/>
              <a:defRPr sz="1600"/>
            </a:lvl2pPr>
            <a:lvl3pPr marL="1371600" lvl="2" indent="-357505" algn="l">
              <a:spcBef>
                <a:spcPts val="600"/>
              </a:spcBef>
              <a:spcAft>
                <a:spcPts val="0"/>
              </a:spcAft>
              <a:buSzPts val="2030"/>
              <a:buChar char="•"/>
              <a:defRPr sz="1400"/>
            </a:lvl3pPr>
            <a:lvl4pPr marL="1828800" lvl="3" indent="-339089" algn="l">
              <a:spcBef>
                <a:spcPts val="600"/>
              </a:spcBef>
              <a:spcAft>
                <a:spcPts val="0"/>
              </a:spcAft>
              <a:buSzPts val="1740"/>
              <a:buChar char="•"/>
              <a:defRPr sz="1200"/>
            </a:lvl4pPr>
            <a:lvl5pPr marL="2286000" lvl="4" indent="-339089" algn="l">
              <a:spcBef>
                <a:spcPts val="600"/>
              </a:spcBef>
              <a:spcAft>
                <a:spcPts val="0"/>
              </a:spcAft>
              <a:buSzPts val="1740"/>
              <a:buChar char="•"/>
              <a:defRPr sz="1200"/>
            </a:lvl5pPr>
            <a:lvl6pPr marL="2743200" lvl="5" indent="-339089" algn="l">
              <a:spcBef>
                <a:spcPts val="600"/>
              </a:spcBef>
              <a:spcAft>
                <a:spcPts val="0"/>
              </a:spcAft>
              <a:buSzPts val="1740"/>
              <a:buChar char="•"/>
              <a:defRPr sz="1200"/>
            </a:lvl6pPr>
            <a:lvl7pPr marL="3200400" lvl="6" indent="-339089" algn="l">
              <a:spcBef>
                <a:spcPts val="600"/>
              </a:spcBef>
              <a:spcAft>
                <a:spcPts val="0"/>
              </a:spcAft>
              <a:buSzPts val="1740"/>
              <a:buChar char="•"/>
              <a:defRPr sz="1200"/>
            </a:lvl7pPr>
            <a:lvl8pPr marL="3657600" lvl="7" indent="-339090" algn="l">
              <a:spcBef>
                <a:spcPts val="600"/>
              </a:spcBef>
              <a:spcAft>
                <a:spcPts val="0"/>
              </a:spcAft>
              <a:buSzPts val="1740"/>
              <a:buChar char="•"/>
              <a:defRPr sz="1200"/>
            </a:lvl8pPr>
            <a:lvl9pPr marL="4114800" lvl="8" indent="-339090" algn="l">
              <a:spcBef>
                <a:spcPts val="600"/>
              </a:spcBef>
              <a:spcAft>
                <a:spcPts val="600"/>
              </a:spcAft>
              <a:buSzPts val="1740"/>
              <a:buChar char="•"/>
              <a:defRPr sz="1200"/>
            </a:lvl9pPr>
          </a:lstStyle>
          <a:p>
            <a:endParaRPr/>
          </a:p>
        </p:txBody>
      </p:sp>
      <p:sp>
        <p:nvSpPr>
          <p:cNvPr id="69" name="Google Shape;69;p77"/>
          <p:cNvSpPr txBox="1">
            <a:spLocks noGrp="1"/>
          </p:cNvSpPr>
          <p:nvPr>
            <p:ph type="body" idx="3"/>
          </p:nvPr>
        </p:nvSpPr>
        <p:spPr>
          <a:xfrm>
            <a:off x="6880487" y="2667000"/>
            <a:ext cx="4622537" cy="576262"/>
          </a:xfrm>
          <a:prstGeom prst="rect">
            <a:avLst/>
          </a:prstGeom>
          <a:noFill/>
          <a:ln>
            <a:noFill/>
          </a:ln>
        </p:spPr>
        <p:txBody>
          <a:bodyPr spcFirstLastPara="1" wrap="square" lIns="91425" tIns="45700" rIns="91425" bIns="45700" anchor="b" anchorCtr="0">
            <a:noAutofit/>
          </a:bodyPr>
          <a:lstStyle>
            <a:lvl1pPr marL="457200" lvl="0" indent="-228600" algn="l">
              <a:spcBef>
                <a:spcPts val="560"/>
              </a:spcBef>
              <a:spcAft>
                <a:spcPts val="0"/>
              </a:spcAft>
              <a:buSzPts val="4060"/>
              <a:buNone/>
              <a:defRPr sz="2800" b="0">
                <a:solidFill>
                  <a:srgbClr val="1186C3"/>
                </a:solidFill>
              </a:defRPr>
            </a:lvl1pPr>
            <a:lvl2pPr marL="914400" lvl="1" indent="-228600" algn="l">
              <a:spcBef>
                <a:spcPts val="600"/>
              </a:spcBef>
              <a:spcAft>
                <a:spcPts val="0"/>
              </a:spcAft>
              <a:buSzPts val="2900"/>
              <a:buNone/>
              <a:defRPr sz="2000" b="1"/>
            </a:lvl2pPr>
            <a:lvl3pPr marL="1371600" lvl="2" indent="-228600" algn="l">
              <a:spcBef>
                <a:spcPts val="600"/>
              </a:spcBef>
              <a:spcAft>
                <a:spcPts val="0"/>
              </a:spcAft>
              <a:buSzPts val="2610"/>
              <a:buNone/>
              <a:defRPr sz="1800" b="1"/>
            </a:lvl3pPr>
            <a:lvl4pPr marL="1828800" lvl="3" indent="-228600" algn="l">
              <a:spcBef>
                <a:spcPts val="600"/>
              </a:spcBef>
              <a:spcAft>
                <a:spcPts val="0"/>
              </a:spcAft>
              <a:buSzPts val="2320"/>
              <a:buNone/>
              <a:defRPr sz="1600" b="1"/>
            </a:lvl4pPr>
            <a:lvl5pPr marL="2286000" lvl="4" indent="-228600" algn="l">
              <a:spcBef>
                <a:spcPts val="600"/>
              </a:spcBef>
              <a:spcAft>
                <a:spcPts val="0"/>
              </a:spcAft>
              <a:buSzPts val="2320"/>
              <a:buNone/>
              <a:defRPr sz="1600" b="1"/>
            </a:lvl5pPr>
            <a:lvl6pPr marL="2743200" lvl="5" indent="-228600" algn="l">
              <a:spcBef>
                <a:spcPts val="600"/>
              </a:spcBef>
              <a:spcAft>
                <a:spcPts val="0"/>
              </a:spcAft>
              <a:buSzPts val="2320"/>
              <a:buNone/>
              <a:defRPr sz="1600" b="1"/>
            </a:lvl6pPr>
            <a:lvl7pPr marL="3200400" lvl="6" indent="-228600" algn="l">
              <a:spcBef>
                <a:spcPts val="600"/>
              </a:spcBef>
              <a:spcAft>
                <a:spcPts val="0"/>
              </a:spcAft>
              <a:buSzPts val="2320"/>
              <a:buNone/>
              <a:defRPr sz="1600" b="1"/>
            </a:lvl7pPr>
            <a:lvl8pPr marL="3657600" lvl="7" indent="-228600" algn="l">
              <a:spcBef>
                <a:spcPts val="600"/>
              </a:spcBef>
              <a:spcAft>
                <a:spcPts val="0"/>
              </a:spcAft>
              <a:buSzPts val="2320"/>
              <a:buNone/>
              <a:defRPr sz="1600" b="1"/>
            </a:lvl8pPr>
            <a:lvl9pPr marL="4114800" lvl="8" indent="-228600" algn="l">
              <a:spcBef>
                <a:spcPts val="600"/>
              </a:spcBef>
              <a:spcAft>
                <a:spcPts val="600"/>
              </a:spcAft>
              <a:buSzPts val="2320"/>
              <a:buNone/>
              <a:defRPr sz="1600" b="1"/>
            </a:lvl9pPr>
          </a:lstStyle>
          <a:p>
            <a:endParaRPr/>
          </a:p>
        </p:txBody>
      </p:sp>
      <p:sp>
        <p:nvSpPr>
          <p:cNvPr id="70" name="Google Shape;70;p77"/>
          <p:cNvSpPr txBox="1">
            <a:spLocks noGrp="1"/>
          </p:cNvSpPr>
          <p:nvPr>
            <p:ph type="body" idx="4"/>
          </p:nvPr>
        </p:nvSpPr>
        <p:spPr>
          <a:xfrm>
            <a:off x="6607967" y="3335337"/>
            <a:ext cx="4895056" cy="2455862"/>
          </a:xfrm>
          <a:prstGeom prst="rect">
            <a:avLst/>
          </a:prstGeom>
          <a:noFill/>
          <a:ln>
            <a:noFill/>
          </a:ln>
        </p:spPr>
        <p:txBody>
          <a:bodyPr spcFirstLastPara="1" wrap="square" lIns="91425" tIns="45700" rIns="91425" bIns="45700" anchor="t" anchorCtr="0">
            <a:normAutofit/>
          </a:bodyPr>
          <a:lstStyle>
            <a:lvl1pPr marL="457200" lvl="0" indent="-394335" algn="l">
              <a:spcBef>
                <a:spcPts val="360"/>
              </a:spcBef>
              <a:spcAft>
                <a:spcPts val="0"/>
              </a:spcAft>
              <a:buSzPts val="2610"/>
              <a:buChar char="•"/>
              <a:defRPr sz="1800"/>
            </a:lvl1pPr>
            <a:lvl2pPr marL="914400" lvl="1" indent="-375919" algn="l">
              <a:spcBef>
                <a:spcPts val="600"/>
              </a:spcBef>
              <a:spcAft>
                <a:spcPts val="0"/>
              </a:spcAft>
              <a:buSzPts val="2320"/>
              <a:buChar char="•"/>
              <a:defRPr sz="1600"/>
            </a:lvl2pPr>
            <a:lvl3pPr marL="1371600" lvl="2" indent="-357505" algn="l">
              <a:spcBef>
                <a:spcPts val="600"/>
              </a:spcBef>
              <a:spcAft>
                <a:spcPts val="0"/>
              </a:spcAft>
              <a:buSzPts val="2030"/>
              <a:buChar char="•"/>
              <a:defRPr sz="1400"/>
            </a:lvl3pPr>
            <a:lvl4pPr marL="1828800" lvl="3" indent="-339089" algn="l">
              <a:spcBef>
                <a:spcPts val="600"/>
              </a:spcBef>
              <a:spcAft>
                <a:spcPts val="0"/>
              </a:spcAft>
              <a:buSzPts val="1740"/>
              <a:buChar char="•"/>
              <a:defRPr sz="1200"/>
            </a:lvl4pPr>
            <a:lvl5pPr marL="2286000" lvl="4" indent="-339089" algn="l">
              <a:spcBef>
                <a:spcPts val="600"/>
              </a:spcBef>
              <a:spcAft>
                <a:spcPts val="0"/>
              </a:spcAft>
              <a:buSzPts val="1740"/>
              <a:buChar char="•"/>
              <a:defRPr sz="1200"/>
            </a:lvl5pPr>
            <a:lvl6pPr marL="2743200" lvl="5" indent="-339089" algn="l">
              <a:spcBef>
                <a:spcPts val="600"/>
              </a:spcBef>
              <a:spcAft>
                <a:spcPts val="0"/>
              </a:spcAft>
              <a:buSzPts val="1740"/>
              <a:buChar char="•"/>
              <a:defRPr sz="1200"/>
            </a:lvl6pPr>
            <a:lvl7pPr marL="3200400" lvl="6" indent="-339089" algn="l">
              <a:spcBef>
                <a:spcPts val="600"/>
              </a:spcBef>
              <a:spcAft>
                <a:spcPts val="0"/>
              </a:spcAft>
              <a:buSzPts val="1740"/>
              <a:buChar char="•"/>
              <a:defRPr sz="1200"/>
            </a:lvl7pPr>
            <a:lvl8pPr marL="3657600" lvl="7" indent="-339090" algn="l">
              <a:spcBef>
                <a:spcPts val="600"/>
              </a:spcBef>
              <a:spcAft>
                <a:spcPts val="0"/>
              </a:spcAft>
              <a:buSzPts val="1740"/>
              <a:buChar char="•"/>
              <a:defRPr sz="1200"/>
            </a:lvl8pPr>
            <a:lvl9pPr marL="4114800" lvl="8" indent="-339090" algn="l">
              <a:spcBef>
                <a:spcPts val="600"/>
              </a:spcBef>
              <a:spcAft>
                <a:spcPts val="600"/>
              </a:spcAft>
              <a:buSzPts val="1740"/>
              <a:buChar char="•"/>
              <a:defRPr sz="1200"/>
            </a:lvl9pPr>
          </a:lstStyle>
          <a:p>
            <a:endParaRPr/>
          </a:p>
        </p:txBody>
      </p:sp>
      <p:sp>
        <p:nvSpPr>
          <p:cNvPr id="71" name="Google Shape;71;p77"/>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77"/>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77"/>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l-G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4"/>
        <p:cNvGrpSpPr/>
        <p:nvPr/>
      </p:nvGrpSpPr>
      <p:grpSpPr>
        <a:xfrm>
          <a:off x="0" y="0"/>
          <a:ext cx="0" cy="0"/>
          <a:chOff x="0" y="0"/>
          <a:chExt cx="0" cy="0"/>
        </a:xfrm>
      </p:grpSpPr>
      <p:sp>
        <p:nvSpPr>
          <p:cNvPr id="75" name="Google Shape;75;p78"/>
          <p:cNvSpPr txBox="1">
            <a:spLocks noGrp="1"/>
          </p:cNvSpPr>
          <p:nvPr>
            <p:ph type="title"/>
          </p:nvPr>
        </p:nvSpPr>
        <p:spPr>
          <a:xfrm>
            <a:off x="1484311" y="685800"/>
            <a:ext cx="10018713" cy="1752599"/>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78"/>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78"/>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78"/>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l-G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9"/>
        <p:cNvGrpSpPr/>
        <p:nvPr/>
      </p:nvGrpSpPr>
      <p:grpSpPr>
        <a:xfrm>
          <a:off x="0" y="0"/>
          <a:ext cx="0" cy="0"/>
          <a:chOff x="0" y="0"/>
          <a:chExt cx="0" cy="0"/>
        </a:xfrm>
      </p:grpSpPr>
      <p:sp>
        <p:nvSpPr>
          <p:cNvPr id="80" name="Google Shape;80;p79"/>
          <p:cNvSpPr txBox="1">
            <a:spLocks noGrp="1"/>
          </p:cNvSpPr>
          <p:nvPr>
            <p:ph type="title"/>
          </p:nvPr>
        </p:nvSpPr>
        <p:spPr>
          <a:xfrm>
            <a:off x="1482724" y="1752599"/>
            <a:ext cx="5426158" cy="1371600"/>
          </a:xfrm>
          <a:prstGeom prst="rect">
            <a:avLst/>
          </a:prstGeom>
          <a:noFill/>
          <a:ln>
            <a:noFill/>
          </a:ln>
        </p:spPr>
        <p:txBody>
          <a:bodyPr spcFirstLastPara="1" wrap="square" lIns="91425" tIns="45700" rIns="91425" bIns="45700" anchor="b" anchorCtr="0">
            <a:normAutofit/>
          </a:bodyPr>
          <a:lstStyle>
            <a:lvl1pPr lvl="0" algn="ctr">
              <a:spcBef>
                <a:spcPts val="0"/>
              </a:spcBef>
              <a:spcAft>
                <a:spcPts val="0"/>
              </a:spcAft>
              <a:buClr>
                <a:schemeClr val="dk1"/>
              </a:buClr>
              <a:buSzPts val="2800"/>
              <a:buFont typeface="Corbel"/>
              <a:buNone/>
              <a:defRPr sz="28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79"/>
          <p:cNvSpPr>
            <a:spLocks noGrp="1"/>
          </p:cNvSpPr>
          <p:nvPr>
            <p:ph type="pic" idx="2"/>
          </p:nvPr>
        </p:nvSpPr>
        <p:spPr>
          <a:xfrm>
            <a:off x="7594682" y="914400"/>
            <a:ext cx="3280974" cy="4572000"/>
          </a:xfrm>
          <a:prstGeom prst="roundRect">
            <a:avLst>
              <a:gd name="adj" fmla="val 4280"/>
            </a:avLst>
          </a:prstGeom>
          <a:noFill/>
          <a:ln w="38100" cap="flat" cmpd="sng">
            <a:solidFill>
              <a:schemeClr val="lt2"/>
            </a:solidFill>
            <a:prstDash val="solid"/>
            <a:round/>
            <a:headEnd type="none" w="sm" len="sm"/>
            <a:tailEnd type="none" w="sm" len="sm"/>
          </a:ln>
        </p:spPr>
      </p:sp>
      <p:sp>
        <p:nvSpPr>
          <p:cNvPr id="82" name="Google Shape;82;p79"/>
          <p:cNvSpPr txBox="1">
            <a:spLocks noGrp="1"/>
          </p:cNvSpPr>
          <p:nvPr>
            <p:ph type="body" idx="1"/>
          </p:nvPr>
        </p:nvSpPr>
        <p:spPr>
          <a:xfrm>
            <a:off x="1482724" y="3124199"/>
            <a:ext cx="5426158" cy="1828800"/>
          </a:xfrm>
          <a:prstGeom prst="rect">
            <a:avLst/>
          </a:prstGeom>
          <a:noFill/>
          <a:ln>
            <a:noFill/>
          </a:ln>
        </p:spPr>
        <p:txBody>
          <a:bodyPr spcFirstLastPara="1" wrap="square" lIns="91425" tIns="45700" rIns="91425" bIns="45700" anchor="ctr" anchorCtr="0">
            <a:normAutofit/>
          </a:bodyPr>
          <a:lstStyle>
            <a:lvl1pPr marL="457200" lvl="0" indent="-228600" algn="ctr">
              <a:spcBef>
                <a:spcPts val="360"/>
              </a:spcBef>
              <a:spcAft>
                <a:spcPts val="0"/>
              </a:spcAft>
              <a:buSzPts val="2610"/>
              <a:buNone/>
              <a:defRPr sz="1800"/>
            </a:lvl1pPr>
            <a:lvl2pPr marL="914400" lvl="1" indent="-228600" algn="l">
              <a:spcBef>
                <a:spcPts val="600"/>
              </a:spcBef>
              <a:spcAft>
                <a:spcPts val="0"/>
              </a:spcAft>
              <a:buSzPts val="1740"/>
              <a:buNone/>
              <a:defRPr sz="1200"/>
            </a:lvl2pPr>
            <a:lvl3pPr marL="1371600" lvl="2" indent="-228600" algn="l">
              <a:spcBef>
                <a:spcPts val="600"/>
              </a:spcBef>
              <a:spcAft>
                <a:spcPts val="0"/>
              </a:spcAft>
              <a:buSzPts val="1450"/>
              <a:buNone/>
              <a:defRPr sz="1000"/>
            </a:lvl3pPr>
            <a:lvl4pPr marL="1828800" lvl="3" indent="-228600" algn="l">
              <a:spcBef>
                <a:spcPts val="600"/>
              </a:spcBef>
              <a:spcAft>
                <a:spcPts val="0"/>
              </a:spcAft>
              <a:buSzPts val="1305"/>
              <a:buNone/>
              <a:defRPr sz="900"/>
            </a:lvl4pPr>
            <a:lvl5pPr marL="2286000" lvl="4" indent="-228600" algn="l">
              <a:spcBef>
                <a:spcPts val="600"/>
              </a:spcBef>
              <a:spcAft>
                <a:spcPts val="0"/>
              </a:spcAft>
              <a:buSzPts val="1305"/>
              <a:buNone/>
              <a:defRPr sz="900"/>
            </a:lvl5pPr>
            <a:lvl6pPr marL="2743200" lvl="5" indent="-228600" algn="l">
              <a:spcBef>
                <a:spcPts val="600"/>
              </a:spcBef>
              <a:spcAft>
                <a:spcPts val="0"/>
              </a:spcAft>
              <a:buSzPts val="1305"/>
              <a:buNone/>
              <a:defRPr sz="900"/>
            </a:lvl6pPr>
            <a:lvl7pPr marL="3200400" lvl="6" indent="-228600" algn="l">
              <a:spcBef>
                <a:spcPts val="600"/>
              </a:spcBef>
              <a:spcAft>
                <a:spcPts val="0"/>
              </a:spcAft>
              <a:buSzPts val="1305"/>
              <a:buNone/>
              <a:defRPr sz="900"/>
            </a:lvl7pPr>
            <a:lvl8pPr marL="3657600" lvl="7" indent="-228600" algn="l">
              <a:spcBef>
                <a:spcPts val="600"/>
              </a:spcBef>
              <a:spcAft>
                <a:spcPts val="0"/>
              </a:spcAft>
              <a:buSzPts val="1305"/>
              <a:buNone/>
              <a:defRPr sz="900"/>
            </a:lvl8pPr>
            <a:lvl9pPr marL="4114800" lvl="8" indent="-228600" algn="l">
              <a:spcBef>
                <a:spcPts val="600"/>
              </a:spcBef>
              <a:spcAft>
                <a:spcPts val="600"/>
              </a:spcAft>
              <a:buSzPts val="1305"/>
              <a:buNone/>
              <a:defRPr sz="900"/>
            </a:lvl9pPr>
          </a:lstStyle>
          <a:p>
            <a:endParaRPr/>
          </a:p>
        </p:txBody>
      </p:sp>
      <p:sp>
        <p:nvSpPr>
          <p:cNvPr id="83" name="Google Shape;83;p79"/>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79"/>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79"/>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l-G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86"/>
        <p:cNvGrpSpPr/>
        <p:nvPr/>
      </p:nvGrpSpPr>
      <p:grpSpPr>
        <a:xfrm>
          <a:off x="0" y="0"/>
          <a:ext cx="0" cy="0"/>
          <a:chOff x="0" y="0"/>
          <a:chExt cx="0" cy="0"/>
        </a:xfrm>
      </p:grpSpPr>
      <p:sp>
        <p:nvSpPr>
          <p:cNvPr id="87" name="Google Shape;87;p80"/>
          <p:cNvSpPr txBox="1">
            <a:spLocks noGrp="1"/>
          </p:cNvSpPr>
          <p:nvPr>
            <p:ph type="title"/>
          </p:nvPr>
        </p:nvSpPr>
        <p:spPr>
          <a:xfrm>
            <a:off x="1484311" y="4732865"/>
            <a:ext cx="10018711" cy="566738"/>
          </a:xfrm>
          <a:prstGeom prst="rect">
            <a:avLst/>
          </a:prstGeom>
          <a:noFill/>
          <a:ln>
            <a:noFill/>
          </a:ln>
        </p:spPr>
        <p:txBody>
          <a:bodyPr spcFirstLastPara="1" wrap="square" lIns="91425" tIns="45700" rIns="91425" bIns="45700" anchor="b" anchorCtr="0">
            <a:normAutofit/>
          </a:bodyPr>
          <a:lstStyle>
            <a:lvl1pPr lvl="0" algn="ctr">
              <a:spcBef>
                <a:spcPts val="0"/>
              </a:spcBef>
              <a:spcAft>
                <a:spcPts val="0"/>
              </a:spcAft>
              <a:buClr>
                <a:schemeClr val="dk1"/>
              </a:buClr>
              <a:buSzPts val="2400"/>
              <a:buFont typeface="Corbel"/>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80"/>
          <p:cNvSpPr>
            <a:spLocks noGrp="1"/>
          </p:cNvSpPr>
          <p:nvPr>
            <p:ph type="pic" idx="2"/>
          </p:nvPr>
        </p:nvSpPr>
        <p:spPr>
          <a:xfrm>
            <a:off x="2386012" y="932112"/>
            <a:ext cx="8225944" cy="3164976"/>
          </a:xfrm>
          <a:prstGeom prst="roundRect">
            <a:avLst>
              <a:gd name="adj" fmla="val 4380"/>
            </a:avLst>
          </a:prstGeom>
          <a:noFill/>
          <a:ln w="38100" cap="flat" cmpd="sng">
            <a:solidFill>
              <a:schemeClr val="lt2"/>
            </a:solidFill>
            <a:prstDash val="solid"/>
            <a:round/>
            <a:headEnd type="none" w="sm" len="sm"/>
            <a:tailEnd type="none" w="sm" len="sm"/>
          </a:ln>
        </p:spPr>
      </p:sp>
      <p:sp>
        <p:nvSpPr>
          <p:cNvPr id="89" name="Google Shape;89;p80"/>
          <p:cNvSpPr txBox="1">
            <a:spLocks noGrp="1"/>
          </p:cNvSpPr>
          <p:nvPr>
            <p:ph type="body" idx="1"/>
          </p:nvPr>
        </p:nvSpPr>
        <p:spPr>
          <a:xfrm>
            <a:off x="1484311" y="5299603"/>
            <a:ext cx="10018711" cy="493712"/>
          </a:xfrm>
          <a:prstGeom prst="rect">
            <a:avLst/>
          </a:prstGeom>
          <a:noFill/>
          <a:ln>
            <a:noFill/>
          </a:ln>
        </p:spPr>
        <p:txBody>
          <a:bodyPr spcFirstLastPara="1" wrap="square" lIns="91425" tIns="45700" rIns="91425" bIns="45700" anchor="ctr" anchorCtr="0">
            <a:normAutofit/>
          </a:bodyPr>
          <a:lstStyle>
            <a:lvl1pPr marL="457200" lvl="0" indent="-228600" algn="ctr">
              <a:spcBef>
                <a:spcPts val="280"/>
              </a:spcBef>
              <a:spcAft>
                <a:spcPts val="0"/>
              </a:spcAft>
              <a:buSzPts val="2030"/>
              <a:buNone/>
              <a:defRPr sz="1400"/>
            </a:lvl1pPr>
            <a:lvl2pPr marL="914400" lvl="1" indent="-228600" algn="l">
              <a:spcBef>
                <a:spcPts val="600"/>
              </a:spcBef>
              <a:spcAft>
                <a:spcPts val="0"/>
              </a:spcAft>
              <a:buSzPts val="1740"/>
              <a:buNone/>
              <a:defRPr sz="1200"/>
            </a:lvl2pPr>
            <a:lvl3pPr marL="1371600" lvl="2" indent="-228600" algn="l">
              <a:spcBef>
                <a:spcPts val="600"/>
              </a:spcBef>
              <a:spcAft>
                <a:spcPts val="0"/>
              </a:spcAft>
              <a:buSzPts val="1450"/>
              <a:buNone/>
              <a:defRPr sz="1000"/>
            </a:lvl3pPr>
            <a:lvl4pPr marL="1828800" lvl="3" indent="-228600" algn="l">
              <a:spcBef>
                <a:spcPts val="600"/>
              </a:spcBef>
              <a:spcAft>
                <a:spcPts val="0"/>
              </a:spcAft>
              <a:buSzPts val="1305"/>
              <a:buNone/>
              <a:defRPr sz="900"/>
            </a:lvl4pPr>
            <a:lvl5pPr marL="2286000" lvl="4" indent="-228600" algn="l">
              <a:spcBef>
                <a:spcPts val="600"/>
              </a:spcBef>
              <a:spcAft>
                <a:spcPts val="0"/>
              </a:spcAft>
              <a:buSzPts val="1305"/>
              <a:buNone/>
              <a:defRPr sz="900"/>
            </a:lvl5pPr>
            <a:lvl6pPr marL="2743200" lvl="5" indent="-228600" algn="l">
              <a:spcBef>
                <a:spcPts val="600"/>
              </a:spcBef>
              <a:spcAft>
                <a:spcPts val="0"/>
              </a:spcAft>
              <a:buSzPts val="1305"/>
              <a:buNone/>
              <a:defRPr sz="900"/>
            </a:lvl6pPr>
            <a:lvl7pPr marL="3200400" lvl="6" indent="-228600" algn="l">
              <a:spcBef>
                <a:spcPts val="600"/>
              </a:spcBef>
              <a:spcAft>
                <a:spcPts val="0"/>
              </a:spcAft>
              <a:buSzPts val="1305"/>
              <a:buNone/>
              <a:defRPr sz="900"/>
            </a:lvl7pPr>
            <a:lvl8pPr marL="3657600" lvl="7" indent="-228600" algn="l">
              <a:spcBef>
                <a:spcPts val="600"/>
              </a:spcBef>
              <a:spcAft>
                <a:spcPts val="0"/>
              </a:spcAft>
              <a:buSzPts val="1305"/>
              <a:buNone/>
              <a:defRPr sz="900"/>
            </a:lvl8pPr>
            <a:lvl9pPr marL="4114800" lvl="8" indent="-228600" algn="l">
              <a:spcBef>
                <a:spcPts val="600"/>
              </a:spcBef>
              <a:spcAft>
                <a:spcPts val="600"/>
              </a:spcAft>
              <a:buSzPts val="1305"/>
              <a:buNone/>
              <a:defRPr sz="900"/>
            </a:lvl9pPr>
          </a:lstStyle>
          <a:p>
            <a:endParaRPr/>
          </a:p>
        </p:txBody>
      </p:sp>
      <p:sp>
        <p:nvSpPr>
          <p:cNvPr id="90" name="Google Shape;90;p80"/>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80"/>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80"/>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l-G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aption">
  <p:cSld name="Title and Caption">
    <p:spTree>
      <p:nvGrpSpPr>
        <p:cNvPr id="1" name="Shape 93"/>
        <p:cNvGrpSpPr/>
        <p:nvPr/>
      </p:nvGrpSpPr>
      <p:grpSpPr>
        <a:xfrm>
          <a:off x="0" y="0"/>
          <a:ext cx="0" cy="0"/>
          <a:chOff x="0" y="0"/>
          <a:chExt cx="0" cy="0"/>
        </a:xfrm>
      </p:grpSpPr>
      <p:sp>
        <p:nvSpPr>
          <p:cNvPr id="94" name="Google Shape;94;p81"/>
          <p:cNvSpPr txBox="1">
            <a:spLocks noGrp="1"/>
          </p:cNvSpPr>
          <p:nvPr>
            <p:ph type="title"/>
          </p:nvPr>
        </p:nvSpPr>
        <p:spPr>
          <a:xfrm>
            <a:off x="1484312" y="685800"/>
            <a:ext cx="10018711" cy="3048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3200"/>
              <a:buFont typeface="Corbel"/>
              <a:buNone/>
              <a:defRPr sz="32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81"/>
          <p:cNvSpPr txBox="1">
            <a:spLocks noGrp="1"/>
          </p:cNvSpPr>
          <p:nvPr>
            <p:ph type="body" idx="1"/>
          </p:nvPr>
        </p:nvSpPr>
        <p:spPr>
          <a:xfrm>
            <a:off x="1484312" y="4343400"/>
            <a:ext cx="10018713" cy="1447800"/>
          </a:xfrm>
          <a:prstGeom prst="rect">
            <a:avLst/>
          </a:prstGeom>
          <a:noFill/>
          <a:ln>
            <a:noFill/>
          </a:ln>
        </p:spPr>
        <p:txBody>
          <a:bodyPr spcFirstLastPara="1" wrap="square" lIns="91425" tIns="45700" rIns="91425" bIns="45700" anchor="ctr" anchorCtr="0">
            <a:normAutofit/>
          </a:bodyPr>
          <a:lstStyle>
            <a:lvl1pPr marL="457200" lvl="0" indent="-228600" algn="ctr">
              <a:spcBef>
                <a:spcPts val="400"/>
              </a:spcBef>
              <a:spcAft>
                <a:spcPts val="0"/>
              </a:spcAft>
              <a:buSzPts val="2900"/>
              <a:buNone/>
              <a:defRPr sz="2000">
                <a:solidFill>
                  <a:schemeClr val="dk1"/>
                </a:solidFill>
              </a:defRPr>
            </a:lvl1pPr>
            <a:lvl2pPr marL="914400" lvl="1" indent="-228600" algn="l">
              <a:spcBef>
                <a:spcPts val="600"/>
              </a:spcBef>
              <a:spcAft>
                <a:spcPts val="0"/>
              </a:spcAft>
              <a:buSzPts val="2610"/>
              <a:buNone/>
              <a:defRPr sz="1800">
                <a:solidFill>
                  <a:srgbClr val="888888"/>
                </a:solidFill>
              </a:defRPr>
            </a:lvl2pPr>
            <a:lvl3pPr marL="1371600" lvl="2" indent="-228600" algn="l">
              <a:spcBef>
                <a:spcPts val="600"/>
              </a:spcBef>
              <a:spcAft>
                <a:spcPts val="0"/>
              </a:spcAft>
              <a:buSzPts val="2320"/>
              <a:buNone/>
              <a:defRPr sz="1600">
                <a:solidFill>
                  <a:srgbClr val="888888"/>
                </a:solidFill>
              </a:defRPr>
            </a:lvl3pPr>
            <a:lvl4pPr marL="1828800" lvl="3" indent="-228600" algn="l">
              <a:spcBef>
                <a:spcPts val="600"/>
              </a:spcBef>
              <a:spcAft>
                <a:spcPts val="0"/>
              </a:spcAft>
              <a:buSzPts val="2030"/>
              <a:buNone/>
              <a:defRPr sz="1400">
                <a:solidFill>
                  <a:srgbClr val="888888"/>
                </a:solidFill>
              </a:defRPr>
            </a:lvl4pPr>
            <a:lvl5pPr marL="2286000" lvl="4" indent="-228600" algn="l">
              <a:spcBef>
                <a:spcPts val="600"/>
              </a:spcBef>
              <a:spcAft>
                <a:spcPts val="0"/>
              </a:spcAft>
              <a:buSzPts val="2030"/>
              <a:buNone/>
              <a:defRPr sz="1400">
                <a:solidFill>
                  <a:srgbClr val="888888"/>
                </a:solidFill>
              </a:defRPr>
            </a:lvl5pPr>
            <a:lvl6pPr marL="2743200" lvl="5" indent="-228600" algn="l">
              <a:spcBef>
                <a:spcPts val="600"/>
              </a:spcBef>
              <a:spcAft>
                <a:spcPts val="0"/>
              </a:spcAft>
              <a:buSzPts val="2030"/>
              <a:buNone/>
              <a:defRPr sz="1400">
                <a:solidFill>
                  <a:srgbClr val="888888"/>
                </a:solidFill>
              </a:defRPr>
            </a:lvl6pPr>
            <a:lvl7pPr marL="3200400" lvl="6" indent="-228600" algn="l">
              <a:spcBef>
                <a:spcPts val="600"/>
              </a:spcBef>
              <a:spcAft>
                <a:spcPts val="0"/>
              </a:spcAft>
              <a:buSzPts val="2030"/>
              <a:buNone/>
              <a:defRPr sz="1400">
                <a:solidFill>
                  <a:srgbClr val="888888"/>
                </a:solidFill>
              </a:defRPr>
            </a:lvl7pPr>
            <a:lvl8pPr marL="3657600" lvl="7" indent="-228600" algn="l">
              <a:spcBef>
                <a:spcPts val="600"/>
              </a:spcBef>
              <a:spcAft>
                <a:spcPts val="0"/>
              </a:spcAft>
              <a:buSzPts val="2030"/>
              <a:buNone/>
              <a:defRPr sz="1400">
                <a:solidFill>
                  <a:srgbClr val="888888"/>
                </a:solidFill>
              </a:defRPr>
            </a:lvl8pPr>
            <a:lvl9pPr marL="4114800" lvl="8" indent="-228600" algn="l">
              <a:spcBef>
                <a:spcPts val="600"/>
              </a:spcBef>
              <a:spcAft>
                <a:spcPts val="600"/>
              </a:spcAft>
              <a:buSzPts val="2030"/>
              <a:buNone/>
              <a:defRPr sz="1400">
                <a:solidFill>
                  <a:srgbClr val="888888"/>
                </a:solidFill>
              </a:defRPr>
            </a:lvl9pPr>
          </a:lstStyle>
          <a:p>
            <a:endParaRPr/>
          </a:p>
        </p:txBody>
      </p:sp>
      <p:sp>
        <p:nvSpPr>
          <p:cNvPr id="96" name="Google Shape;96;p81"/>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81"/>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81"/>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l-G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Quote with Caption">
  <p:cSld name="Quote with Caption">
    <p:spTree>
      <p:nvGrpSpPr>
        <p:cNvPr id="1" name="Shape 99"/>
        <p:cNvGrpSpPr/>
        <p:nvPr/>
      </p:nvGrpSpPr>
      <p:grpSpPr>
        <a:xfrm>
          <a:off x="0" y="0"/>
          <a:ext cx="0" cy="0"/>
          <a:chOff x="0" y="0"/>
          <a:chExt cx="0" cy="0"/>
        </a:xfrm>
      </p:grpSpPr>
      <p:sp>
        <p:nvSpPr>
          <p:cNvPr id="100" name="Google Shape;100;p82"/>
          <p:cNvSpPr txBox="1"/>
          <p:nvPr/>
        </p:nvSpPr>
        <p:spPr>
          <a:xfrm>
            <a:off x="1598612" y="863023"/>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8000"/>
              <a:buFont typeface="Corbel"/>
              <a:buNone/>
            </a:pPr>
            <a:r>
              <a:rPr lang="el-GR" sz="8000" b="0" cap="none">
                <a:solidFill>
                  <a:schemeClr val="dk1"/>
                </a:solidFill>
                <a:latin typeface="Corbel"/>
                <a:ea typeface="Corbel"/>
                <a:cs typeface="Corbel"/>
                <a:sym typeface="Corbel"/>
              </a:rPr>
              <a:t>“</a:t>
            </a:r>
            <a:endParaRPr/>
          </a:p>
        </p:txBody>
      </p:sp>
      <p:sp>
        <p:nvSpPr>
          <p:cNvPr id="101" name="Google Shape;101;p82"/>
          <p:cNvSpPr txBox="1"/>
          <p:nvPr/>
        </p:nvSpPr>
        <p:spPr>
          <a:xfrm>
            <a:off x="10893425" y="2819399"/>
            <a:ext cx="609600" cy="584776"/>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chemeClr val="dk1"/>
              </a:buClr>
              <a:buSzPts val="8000"/>
              <a:buFont typeface="Corbel"/>
              <a:buNone/>
            </a:pPr>
            <a:r>
              <a:rPr lang="el-GR" sz="8000" b="0" cap="none">
                <a:solidFill>
                  <a:schemeClr val="dk1"/>
                </a:solidFill>
                <a:latin typeface="Corbel"/>
                <a:ea typeface="Corbel"/>
                <a:cs typeface="Corbel"/>
                <a:sym typeface="Corbel"/>
              </a:rPr>
              <a:t>”</a:t>
            </a:r>
            <a:endParaRPr/>
          </a:p>
        </p:txBody>
      </p:sp>
      <p:sp>
        <p:nvSpPr>
          <p:cNvPr id="102" name="Google Shape;102;p82"/>
          <p:cNvSpPr txBox="1">
            <a:spLocks noGrp="1"/>
          </p:cNvSpPr>
          <p:nvPr>
            <p:ph type="title"/>
          </p:nvPr>
        </p:nvSpPr>
        <p:spPr>
          <a:xfrm>
            <a:off x="2208212" y="685800"/>
            <a:ext cx="8990012" cy="2743199"/>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3200"/>
              <a:buFont typeface="Corbel"/>
              <a:buNone/>
              <a:defRPr sz="3200" b="0" cap="none">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82"/>
          <p:cNvSpPr txBox="1">
            <a:spLocks noGrp="1"/>
          </p:cNvSpPr>
          <p:nvPr>
            <p:ph type="body" idx="1"/>
          </p:nvPr>
        </p:nvSpPr>
        <p:spPr>
          <a:xfrm>
            <a:off x="2436811" y="3428999"/>
            <a:ext cx="8532815" cy="381000"/>
          </a:xfrm>
          <a:prstGeom prst="rect">
            <a:avLst/>
          </a:prstGeom>
          <a:noFill/>
          <a:ln>
            <a:noFill/>
          </a:ln>
        </p:spPr>
        <p:txBody>
          <a:bodyPr spcFirstLastPara="1" wrap="square" lIns="91425" tIns="45700" rIns="91425" bIns="45700" anchor="ctr" anchorCtr="0">
            <a:normAutofit/>
          </a:bodyPr>
          <a:lstStyle>
            <a:lvl1pPr marL="457200" lvl="0" indent="-228600" algn="l">
              <a:spcBef>
                <a:spcPts val="360"/>
              </a:spcBef>
              <a:spcAft>
                <a:spcPts val="0"/>
              </a:spcAft>
              <a:buSzPts val="2610"/>
              <a:buFont typeface="Corbel"/>
              <a:buNone/>
              <a:defRPr sz="1800"/>
            </a:lvl1pPr>
            <a:lvl2pPr marL="914400" lvl="1" indent="-228600" algn="l">
              <a:spcBef>
                <a:spcPts val="600"/>
              </a:spcBef>
              <a:spcAft>
                <a:spcPts val="0"/>
              </a:spcAft>
              <a:buSzPts val="2900"/>
              <a:buFont typeface="Corbel"/>
              <a:buNone/>
              <a:defRPr/>
            </a:lvl2pPr>
            <a:lvl3pPr marL="1371600" lvl="2" indent="-228600" algn="l">
              <a:spcBef>
                <a:spcPts val="600"/>
              </a:spcBef>
              <a:spcAft>
                <a:spcPts val="0"/>
              </a:spcAft>
              <a:buSzPts val="2610"/>
              <a:buFont typeface="Corbel"/>
              <a:buNone/>
              <a:defRPr/>
            </a:lvl3pPr>
            <a:lvl4pPr marL="1828800" lvl="3" indent="-228600" algn="l">
              <a:spcBef>
                <a:spcPts val="600"/>
              </a:spcBef>
              <a:spcAft>
                <a:spcPts val="0"/>
              </a:spcAft>
              <a:buSzPts val="2320"/>
              <a:buFont typeface="Corbel"/>
              <a:buNone/>
              <a:defRPr/>
            </a:lvl4pPr>
            <a:lvl5pPr marL="2286000" lvl="4" indent="-228600" algn="l">
              <a:spcBef>
                <a:spcPts val="600"/>
              </a:spcBef>
              <a:spcAft>
                <a:spcPts val="0"/>
              </a:spcAft>
              <a:buSzPts val="2030"/>
              <a:buFont typeface="Corbel"/>
              <a:buNone/>
              <a:defRPr/>
            </a:lvl5pPr>
            <a:lvl6pPr marL="2743200" lvl="5" indent="-394335" algn="l">
              <a:spcBef>
                <a:spcPts val="600"/>
              </a:spcBef>
              <a:spcAft>
                <a:spcPts val="0"/>
              </a:spcAft>
              <a:buSzPts val="2610"/>
              <a:buChar char="•"/>
              <a:defRPr/>
            </a:lvl6pPr>
            <a:lvl7pPr marL="3200400" lvl="6" indent="-394335" algn="l">
              <a:spcBef>
                <a:spcPts val="600"/>
              </a:spcBef>
              <a:spcAft>
                <a:spcPts val="0"/>
              </a:spcAft>
              <a:buSzPts val="2610"/>
              <a:buChar char="•"/>
              <a:defRPr/>
            </a:lvl7pPr>
            <a:lvl8pPr marL="3657600" lvl="7" indent="-394334" algn="l">
              <a:spcBef>
                <a:spcPts val="600"/>
              </a:spcBef>
              <a:spcAft>
                <a:spcPts val="0"/>
              </a:spcAft>
              <a:buSzPts val="2610"/>
              <a:buChar char="•"/>
              <a:defRPr/>
            </a:lvl8pPr>
            <a:lvl9pPr marL="4114800" lvl="8" indent="-394334" algn="l">
              <a:spcBef>
                <a:spcPts val="600"/>
              </a:spcBef>
              <a:spcAft>
                <a:spcPts val="600"/>
              </a:spcAft>
              <a:buSzPts val="2610"/>
              <a:buChar char="•"/>
              <a:defRPr/>
            </a:lvl9pPr>
          </a:lstStyle>
          <a:p>
            <a:endParaRPr/>
          </a:p>
        </p:txBody>
      </p:sp>
      <p:sp>
        <p:nvSpPr>
          <p:cNvPr id="104" name="Google Shape;104;p82"/>
          <p:cNvSpPr txBox="1">
            <a:spLocks noGrp="1"/>
          </p:cNvSpPr>
          <p:nvPr>
            <p:ph type="body" idx="2"/>
          </p:nvPr>
        </p:nvSpPr>
        <p:spPr>
          <a:xfrm>
            <a:off x="1484311" y="4343400"/>
            <a:ext cx="10018711" cy="1447800"/>
          </a:xfrm>
          <a:prstGeom prst="rect">
            <a:avLst/>
          </a:prstGeom>
          <a:noFill/>
          <a:ln>
            <a:noFill/>
          </a:ln>
        </p:spPr>
        <p:txBody>
          <a:bodyPr spcFirstLastPara="1" wrap="square" lIns="91425" tIns="45700" rIns="91425" bIns="45700" anchor="ctr" anchorCtr="0">
            <a:normAutofit/>
          </a:bodyPr>
          <a:lstStyle>
            <a:lvl1pPr marL="457200" lvl="0" indent="-228600" algn="ctr">
              <a:spcBef>
                <a:spcPts val="400"/>
              </a:spcBef>
              <a:spcAft>
                <a:spcPts val="0"/>
              </a:spcAft>
              <a:buSzPts val="2900"/>
              <a:buNone/>
              <a:defRPr sz="2000">
                <a:solidFill>
                  <a:schemeClr val="dk1"/>
                </a:solidFill>
              </a:defRPr>
            </a:lvl1pPr>
            <a:lvl2pPr marL="914400" lvl="1" indent="-228600" algn="l">
              <a:spcBef>
                <a:spcPts val="600"/>
              </a:spcBef>
              <a:spcAft>
                <a:spcPts val="0"/>
              </a:spcAft>
              <a:buSzPts val="2610"/>
              <a:buNone/>
              <a:defRPr sz="1800">
                <a:solidFill>
                  <a:srgbClr val="888888"/>
                </a:solidFill>
              </a:defRPr>
            </a:lvl2pPr>
            <a:lvl3pPr marL="1371600" lvl="2" indent="-228600" algn="l">
              <a:spcBef>
                <a:spcPts val="600"/>
              </a:spcBef>
              <a:spcAft>
                <a:spcPts val="0"/>
              </a:spcAft>
              <a:buSzPts val="2320"/>
              <a:buNone/>
              <a:defRPr sz="1600">
                <a:solidFill>
                  <a:srgbClr val="888888"/>
                </a:solidFill>
              </a:defRPr>
            </a:lvl3pPr>
            <a:lvl4pPr marL="1828800" lvl="3" indent="-228600" algn="l">
              <a:spcBef>
                <a:spcPts val="600"/>
              </a:spcBef>
              <a:spcAft>
                <a:spcPts val="0"/>
              </a:spcAft>
              <a:buSzPts val="2030"/>
              <a:buNone/>
              <a:defRPr sz="1400">
                <a:solidFill>
                  <a:srgbClr val="888888"/>
                </a:solidFill>
              </a:defRPr>
            </a:lvl4pPr>
            <a:lvl5pPr marL="2286000" lvl="4" indent="-228600" algn="l">
              <a:spcBef>
                <a:spcPts val="600"/>
              </a:spcBef>
              <a:spcAft>
                <a:spcPts val="0"/>
              </a:spcAft>
              <a:buSzPts val="2030"/>
              <a:buNone/>
              <a:defRPr sz="1400">
                <a:solidFill>
                  <a:srgbClr val="888888"/>
                </a:solidFill>
              </a:defRPr>
            </a:lvl5pPr>
            <a:lvl6pPr marL="2743200" lvl="5" indent="-228600" algn="l">
              <a:spcBef>
                <a:spcPts val="600"/>
              </a:spcBef>
              <a:spcAft>
                <a:spcPts val="0"/>
              </a:spcAft>
              <a:buSzPts val="2030"/>
              <a:buNone/>
              <a:defRPr sz="1400">
                <a:solidFill>
                  <a:srgbClr val="888888"/>
                </a:solidFill>
              </a:defRPr>
            </a:lvl6pPr>
            <a:lvl7pPr marL="3200400" lvl="6" indent="-228600" algn="l">
              <a:spcBef>
                <a:spcPts val="600"/>
              </a:spcBef>
              <a:spcAft>
                <a:spcPts val="0"/>
              </a:spcAft>
              <a:buSzPts val="2030"/>
              <a:buNone/>
              <a:defRPr sz="1400">
                <a:solidFill>
                  <a:srgbClr val="888888"/>
                </a:solidFill>
              </a:defRPr>
            </a:lvl7pPr>
            <a:lvl8pPr marL="3657600" lvl="7" indent="-228600" algn="l">
              <a:spcBef>
                <a:spcPts val="600"/>
              </a:spcBef>
              <a:spcAft>
                <a:spcPts val="0"/>
              </a:spcAft>
              <a:buSzPts val="2030"/>
              <a:buNone/>
              <a:defRPr sz="1400">
                <a:solidFill>
                  <a:srgbClr val="888888"/>
                </a:solidFill>
              </a:defRPr>
            </a:lvl8pPr>
            <a:lvl9pPr marL="4114800" lvl="8" indent="-228600" algn="l">
              <a:spcBef>
                <a:spcPts val="600"/>
              </a:spcBef>
              <a:spcAft>
                <a:spcPts val="600"/>
              </a:spcAft>
              <a:buSzPts val="2030"/>
              <a:buNone/>
              <a:defRPr sz="1400">
                <a:solidFill>
                  <a:srgbClr val="888888"/>
                </a:solidFill>
              </a:defRPr>
            </a:lvl9pPr>
          </a:lstStyle>
          <a:p>
            <a:endParaRPr/>
          </a:p>
        </p:txBody>
      </p:sp>
      <p:sp>
        <p:nvSpPr>
          <p:cNvPr id="105" name="Google Shape;105;p82"/>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6" name="Google Shape;106;p82"/>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82"/>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l-G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1" name="Shape 108"/>
        <p:cNvGrpSpPr/>
        <p:nvPr/>
      </p:nvGrpSpPr>
      <p:grpSpPr>
        <a:xfrm>
          <a:off x="0" y="0"/>
          <a:ext cx="0" cy="0"/>
          <a:chOff x="0" y="0"/>
          <a:chExt cx="0" cy="0"/>
        </a:xfrm>
      </p:grpSpPr>
      <p:sp>
        <p:nvSpPr>
          <p:cNvPr id="109" name="Google Shape;109;p83"/>
          <p:cNvSpPr txBox="1">
            <a:spLocks noGrp="1"/>
          </p:cNvSpPr>
          <p:nvPr>
            <p:ph type="title"/>
          </p:nvPr>
        </p:nvSpPr>
        <p:spPr>
          <a:xfrm>
            <a:off x="1484313" y="3308581"/>
            <a:ext cx="10018709" cy="1468800"/>
          </a:xfrm>
          <a:prstGeom prst="rect">
            <a:avLst/>
          </a:prstGeom>
          <a:noFill/>
          <a:ln>
            <a:noFill/>
          </a:ln>
        </p:spPr>
        <p:txBody>
          <a:bodyPr spcFirstLastPara="1" wrap="square" lIns="91425" tIns="45700" rIns="91425" bIns="45700" anchor="b" anchorCtr="0">
            <a:normAutofit/>
          </a:bodyPr>
          <a:lstStyle>
            <a:lvl1pPr lvl="0" algn="r">
              <a:spcBef>
                <a:spcPts val="0"/>
              </a:spcBef>
              <a:spcAft>
                <a:spcPts val="0"/>
              </a:spcAft>
              <a:buClr>
                <a:schemeClr val="dk1"/>
              </a:buClr>
              <a:buSzPts val="3200"/>
              <a:buFont typeface="Corbel"/>
              <a:buNone/>
              <a:defRPr sz="32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0" name="Google Shape;110;p83"/>
          <p:cNvSpPr txBox="1">
            <a:spLocks noGrp="1"/>
          </p:cNvSpPr>
          <p:nvPr>
            <p:ph type="body" idx="1"/>
          </p:nvPr>
        </p:nvSpPr>
        <p:spPr>
          <a:xfrm>
            <a:off x="1484312" y="4777381"/>
            <a:ext cx="10018710" cy="860400"/>
          </a:xfrm>
          <a:prstGeom prst="rect">
            <a:avLst/>
          </a:prstGeom>
          <a:noFill/>
          <a:ln>
            <a:noFill/>
          </a:ln>
        </p:spPr>
        <p:txBody>
          <a:bodyPr spcFirstLastPara="1" wrap="square" lIns="91425" tIns="45700" rIns="91425" bIns="45700" anchor="t" anchorCtr="0">
            <a:normAutofit/>
          </a:bodyPr>
          <a:lstStyle>
            <a:lvl1pPr marL="457200" lvl="0" indent="-228600" algn="r">
              <a:spcBef>
                <a:spcPts val="400"/>
              </a:spcBef>
              <a:spcAft>
                <a:spcPts val="0"/>
              </a:spcAft>
              <a:buSzPts val="2900"/>
              <a:buNone/>
              <a:defRPr sz="2000">
                <a:solidFill>
                  <a:schemeClr val="dk1"/>
                </a:solidFill>
              </a:defRPr>
            </a:lvl1pPr>
            <a:lvl2pPr marL="914400" lvl="1" indent="-228600" algn="l">
              <a:spcBef>
                <a:spcPts val="600"/>
              </a:spcBef>
              <a:spcAft>
                <a:spcPts val="0"/>
              </a:spcAft>
              <a:buSzPts val="2610"/>
              <a:buNone/>
              <a:defRPr sz="1800">
                <a:solidFill>
                  <a:srgbClr val="888888"/>
                </a:solidFill>
              </a:defRPr>
            </a:lvl2pPr>
            <a:lvl3pPr marL="1371600" lvl="2" indent="-228600" algn="l">
              <a:spcBef>
                <a:spcPts val="600"/>
              </a:spcBef>
              <a:spcAft>
                <a:spcPts val="0"/>
              </a:spcAft>
              <a:buSzPts val="2320"/>
              <a:buNone/>
              <a:defRPr sz="1600">
                <a:solidFill>
                  <a:srgbClr val="888888"/>
                </a:solidFill>
              </a:defRPr>
            </a:lvl3pPr>
            <a:lvl4pPr marL="1828800" lvl="3" indent="-228600" algn="l">
              <a:spcBef>
                <a:spcPts val="600"/>
              </a:spcBef>
              <a:spcAft>
                <a:spcPts val="0"/>
              </a:spcAft>
              <a:buSzPts val="2030"/>
              <a:buNone/>
              <a:defRPr sz="1400">
                <a:solidFill>
                  <a:srgbClr val="888888"/>
                </a:solidFill>
              </a:defRPr>
            </a:lvl4pPr>
            <a:lvl5pPr marL="2286000" lvl="4" indent="-228600" algn="l">
              <a:spcBef>
                <a:spcPts val="600"/>
              </a:spcBef>
              <a:spcAft>
                <a:spcPts val="0"/>
              </a:spcAft>
              <a:buSzPts val="2030"/>
              <a:buNone/>
              <a:defRPr sz="1400">
                <a:solidFill>
                  <a:srgbClr val="888888"/>
                </a:solidFill>
              </a:defRPr>
            </a:lvl5pPr>
            <a:lvl6pPr marL="2743200" lvl="5" indent="-228600" algn="l">
              <a:spcBef>
                <a:spcPts val="600"/>
              </a:spcBef>
              <a:spcAft>
                <a:spcPts val="0"/>
              </a:spcAft>
              <a:buSzPts val="2030"/>
              <a:buNone/>
              <a:defRPr sz="1400">
                <a:solidFill>
                  <a:srgbClr val="888888"/>
                </a:solidFill>
              </a:defRPr>
            </a:lvl6pPr>
            <a:lvl7pPr marL="3200400" lvl="6" indent="-228600" algn="l">
              <a:spcBef>
                <a:spcPts val="600"/>
              </a:spcBef>
              <a:spcAft>
                <a:spcPts val="0"/>
              </a:spcAft>
              <a:buSzPts val="2030"/>
              <a:buNone/>
              <a:defRPr sz="1400">
                <a:solidFill>
                  <a:srgbClr val="888888"/>
                </a:solidFill>
              </a:defRPr>
            </a:lvl7pPr>
            <a:lvl8pPr marL="3657600" lvl="7" indent="-228600" algn="l">
              <a:spcBef>
                <a:spcPts val="600"/>
              </a:spcBef>
              <a:spcAft>
                <a:spcPts val="0"/>
              </a:spcAft>
              <a:buSzPts val="2030"/>
              <a:buNone/>
              <a:defRPr sz="1400">
                <a:solidFill>
                  <a:srgbClr val="888888"/>
                </a:solidFill>
              </a:defRPr>
            </a:lvl8pPr>
            <a:lvl9pPr marL="4114800" lvl="8" indent="-228600" algn="l">
              <a:spcBef>
                <a:spcPts val="600"/>
              </a:spcBef>
              <a:spcAft>
                <a:spcPts val="600"/>
              </a:spcAft>
              <a:buSzPts val="2030"/>
              <a:buNone/>
              <a:defRPr sz="1400">
                <a:solidFill>
                  <a:srgbClr val="888888"/>
                </a:solidFill>
              </a:defRPr>
            </a:lvl9pPr>
          </a:lstStyle>
          <a:p>
            <a:endParaRPr/>
          </a:p>
        </p:txBody>
      </p:sp>
      <p:sp>
        <p:nvSpPr>
          <p:cNvPr id="111" name="Google Shape;111;p83"/>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2" name="Google Shape;112;p83"/>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83"/>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l-GR"/>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Quote Name Card">
  <p:cSld name="Quote Name Card">
    <p:spTree>
      <p:nvGrpSpPr>
        <p:cNvPr id="1" name="Shape 114"/>
        <p:cNvGrpSpPr/>
        <p:nvPr/>
      </p:nvGrpSpPr>
      <p:grpSpPr>
        <a:xfrm>
          <a:off x="0" y="0"/>
          <a:ext cx="0" cy="0"/>
          <a:chOff x="0" y="0"/>
          <a:chExt cx="0" cy="0"/>
        </a:xfrm>
      </p:grpSpPr>
      <p:sp>
        <p:nvSpPr>
          <p:cNvPr id="115" name="Google Shape;115;p84"/>
          <p:cNvSpPr txBox="1"/>
          <p:nvPr/>
        </p:nvSpPr>
        <p:spPr>
          <a:xfrm>
            <a:off x="1598612" y="863023"/>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8000"/>
              <a:buFont typeface="Corbel"/>
              <a:buNone/>
            </a:pPr>
            <a:r>
              <a:rPr lang="el-GR" sz="8000" b="0" cap="none">
                <a:solidFill>
                  <a:schemeClr val="dk1"/>
                </a:solidFill>
                <a:latin typeface="Corbel"/>
                <a:ea typeface="Corbel"/>
                <a:cs typeface="Corbel"/>
                <a:sym typeface="Corbel"/>
              </a:rPr>
              <a:t>“</a:t>
            </a:r>
            <a:endParaRPr/>
          </a:p>
        </p:txBody>
      </p:sp>
      <p:sp>
        <p:nvSpPr>
          <p:cNvPr id="116" name="Google Shape;116;p84"/>
          <p:cNvSpPr txBox="1"/>
          <p:nvPr/>
        </p:nvSpPr>
        <p:spPr>
          <a:xfrm>
            <a:off x="10893425" y="2819399"/>
            <a:ext cx="609600" cy="584776"/>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chemeClr val="dk1"/>
              </a:buClr>
              <a:buSzPts val="8000"/>
              <a:buFont typeface="Corbel"/>
              <a:buNone/>
            </a:pPr>
            <a:r>
              <a:rPr lang="el-GR" sz="8000" b="0" cap="none">
                <a:solidFill>
                  <a:schemeClr val="dk1"/>
                </a:solidFill>
                <a:latin typeface="Corbel"/>
                <a:ea typeface="Corbel"/>
                <a:cs typeface="Corbel"/>
                <a:sym typeface="Corbel"/>
              </a:rPr>
              <a:t>”</a:t>
            </a:r>
            <a:endParaRPr/>
          </a:p>
        </p:txBody>
      </p:sp>
      <p:sp>
        <p:nvSpPr>
          <p:cNvPr id="117" name="Google Shape;117;p84"/>
          <p:cNvSpPr txBox="1">
            <a:spLocks noGrp="1"/>
          </p:cNvSpPr>
          <p:nvPr>
            <p:ph type="title"/>
          </p:nvPr>
        </p:nvSpPr>
        <p:spPr>
          <a:xfrm>
            <a:off x="2208212" y="685800"/>
            <a:ext cx="8990012" cy="2743199"/>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3200"/>
              <a:buFont typeface="Corbel"/>
              <a:buNone/>
              <a:defRPr sz="3200" b="0" cap="none">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8" name="Google Shape;118;p84"/>
          <p:cNvSpPr txBox="1">
            <a:spLocks noGrp="1"/>
          </p:cNvSpPr>
          <p:nvPr>
            <p:ph type="body" idx="1"/>
          </p:nvPr>
        </p:nvSpPr>
        <p:spPr>
          <a:xfrm>
            <a:off x="1484313" y="3886200"/>
            <a:ext cx="10018710" cy="889000"/>
          </a:xfrm>
          <a:prstGeom prst="rect">
            <a:avLst/>
          </a:prstGeom>
          <a:noFill/>
          <a:ln>
            <a:noFill/>
          </a:ln>
        </p:spPr>
        <p:txBody>
          <a:bodyPr spcFirstLastPara="1" wrap="square" lIns="91425" tIns="45700" rIns="91425" bIns="45700" anchor="b" anchorCtr="0">
            <a:normAutofit/>
          </a:bodyPr>
          <a:lstStyle>
            <a:lvl1pPr marL="457200" lvl="0" indent="-228600" algn="r">
              <a:spcBef>
                <a:spcPts val="480"/>
              </a:spcBef>
              <a:spcAft>
                <a:spcPts val="0"/>
              </a:spcAft>
              <a:buSzPts val="3480"/>
              <a:buNone/>
              <a:defRPr sz="2400" b="0" cap="none">
                <a:solidFill>
                  <a:schemeClr val="dk1"/>
                </a:solidFill>
              </a:defRPr>
            </a:lvl1pPr>
            <a:lvl2pPr marL="914400" lvl="1" indent="-394335" algn="l">
              <a:spcBef>
                <a:spcPts val="600"/>
              </a:spcBef>
              <a:spcAft>
                <a:spcPts val="0"/>
              </a:spcAft>
              <a:buSzPts val="2610"/>
              <a:buChar char="•"/>
              <a:defRPr/>
            </a:lvl2pPr>
            <a:lvl3pPr marL="1371600" lvl="2" indent="-394335" algn="l">
              <a:spcBef>
                <a:spcPts val="600"/>
              </a:spcBef>
              <a:spcAft>
                <a:spcPts val="0"/>
              </a:spcAft>
              <a:buSzPts val="2610"/>
              <a:buChar char="•"/>
              <a:defRPr/>
            </a:lvl3pPr>
            <a:lvl4pPr marL="1828800" lvl="3" indent="-394335" algn="l">
              <a:spcBef>
                <a:spcPts val="600"/>
              </a:spcBef>
              <a:spcAft>
                <a:spcPts val="0"/>
              </a:spcAft>
              <a:buSzPts val="2610"/>
              <a:buChar char="•"/>
              <a:defRPr/>
            </a:lvl4pPr>
            <a:lvl5pPr marL="2286000" lvl="4" indent="-394335" algn="l">
              <a:spcBef>
                <a:spcPts val="600"/>
              </a:spcBef>
              <a:spcAft>
                <a:spcPts val="0"/>
              </a:spcAft>
              <a:buSzPts val="2610"/>
              <a:buChar char="•"/>
              <a:defRPr/>
            </a:lvl5pPr>
            <a:lvl6pPr marL="2743200" lvl="5" indent="-394335" algn="l">
              <a:spcBef>
                <a:spcPts val="600"/>
              </a:spcBef>
              <a:spcAft>
                <a:spcPts val="0"/>
              </a:spcAft>
              <a:buSzPts val="2610"/>
              <a:buChar char="•"/>
              <a:defRPr/>
            </a:lvl6pPr>
            <a:lvl7pPr marL="3200400" lvl="6" indent="-394335" algn="l">
              <a:spcBef>
                <a:spcPts val="600"/>
              </a:spcBef>
              <a:spcAft>
                <a:spcPts val="0"/>
              </a:spcAft>
              <a:buSzPts val="2610"/>
              <a:buChar char="•"/>
              <a:defRPr/>
            </a:lvl7pPr>
            <a:lvl8pPr marL="3657600" lvl="7" indent="-394334" algn="l">
              <a:spcBef>
                <a:spcPts val="600"/>
              </a:spcBef>
              <a:spcAft>
                <a:spcPts val="0"/>
              </a:spcAft>
              <a:buSzPts val="2610"/>
              <a:buChar char="•"/>
              <a:defRPr/>
            </a:lvl8pPr>
            <a:lvl9pPr marL="4114800" lvl="8" indent="-394334" algn="l">
              <a:spcBef>
                <a:spcPts val="600"/>
              </a:spcBef>
              <a:spcAft>
                <a:spcPts val="600"/>
              </a:spcAft>
              <a:buSzPts val="2610"/>
              <a:buChar char="•"/>
              <a:defRPr/>
            </a:lvl9pPr>
          </a:lstStyle>
          <a:p>
            <a:endParaRPr/>
          </a:p>
        </p:txBody>
      </p:sp>
      <p:sp>
        <p:nvSpPr>
          <p:cNvPr id="119" name="Google Shape;119;p84"/>
          <p:cNvSpPr txBox="1">
            <a:spLocks noGrp="1"/>
          </p:cNvSpPr>
          <p:nvPr>
            <p:ph type="body" idx="2"/>
          </p:nvPr>
        </p:nvSpPr>
        <p:spPr>
          <a:xfrm>
            <a:off x="1484312" y="4775200"/>
            <a:ext cx="10018710" cy="1016000"/>
          </a:xfrm>
          <a:prstGeom prst="rect">
            <a:avLst/>
          </a:prstGeom>
          <a:noFill/>
          <a:ln>
            <a:noFill/>
          </a:ln>
        </p:spPr>
        <p:txBody>
          <a:bodyPr spcFirstLastPara="1" wrap="square" lIns="91425" tIns="45700" rIns="91425" bIns="45700" anchor="t" anchorCtr="0">
            <a:normAutofit/>
          </a:bodyPr>
          <a:lstStyle>
            <a:lvl1pPr marL="457200" lvl="0" indent="-228600" algn="r">
              <a:spcBef>
                <a:spcPts val="360"/>
              </a:spcBef>
              <a:spcAft>
                <a:spcPts val="0"/>
              </a:spcAft>
              <a:buSzPts val="2610"/>
              <a:buNone/>
              <a:defRPr sz="1800">
                <a:solidFill>
                  <a:schemeClr val="dk1"/>
                </a:solidFill>
              </a:defRPr>
            </a:lvl1pPr>
            <a:lvl2pPr marL="914400" lvl="1" indent="-228600" algn="l">
              <a:spcBef>
                <a:spcPts val="600"/>
              </a:spcBef>
              <a:spcAft>
                <a:spcPts val="0"/>
              </a:spcAft>
              <a:buSzPts val="2610"/>
              <a:buNone/>
              <a:defRPr sz="1800">
                <a:solidFill>
                  <a:srgbClr val="888888"/>
                </a:solidFill>
              </a:defRPr>
            </a:lvl2pPr>
            <a:lvl3pPr marL="1371600" lvl="2" indent="-228600" algn="l">
              <a:spcBef>
                <a:spcPts val="600"/>
              </a:spcBef>
              <a:spcAft>
                <a:spcPts val="0"/>
              </a:spcAft>
              <a:buSzPts val="2320"/>
              <a:buNone/>
              <a:defRPr sz="1600">
                <a:solidFill>
                  <a:srgbClr val="888888"/>
                </a:solidFill>
              </a:defRPr>
            </a:lvl3pPr>
            <a:lvl4pPr marL="1828800" lvl="3" indent="-228600" algn="l">
              <a:spcBef>
                <a:spcPts val="600"/>
              </a:spcBef>
              <a:spcAft>
                <a:spcPts val="0"/>
              </a:spcAft>
              <a:buSzPts val="2030"/>
              <a:buNone/>
              <a:defRPr sz="1400">
                <a:solidFill>
                  <a:srgbClr val="888888"/>
                </a:solidFill>
              </a:defRPr>
            </a:lvl4pPr>
            <a:lvl5pPr marL="2286000" lvl="4" indent="-228600" algn="l">
              <a:spcBef>
                <a:spcPts val="600"/>
              </a:spcBef>
              <a:spcAft>
                <a:spcPts val="0"/>
              </a:spcAft>
              <a:buSzPts val="2030"/>
              <a:buNone/>
              <a:defRPr sz="1400">
                <a:solidFill>
                  <a:srgbClr val="888888"/>
                </a:solidFill>
              </a:defRPr>
            </a:lvl5pPr>
            <a:lvl6pPr marL="2743200" lvl="5" indent="-228600" algn="l">
              <a:spcBef>
                <a:spcPts val="600"/>
              </a:spcBef>
              <a:spcAft>
                <a:spcPts val="0"/>
              </a:spcAft>
              <a:buSzPts val="2030"/>
              <a:buNone/>
              <a:defRPr sz="1400">
                <a:solidFill>
                  <a:srgbClr val="888888"/>
                </a:solidFill>
              </a:defRPr>
            </a:lvl6pPr>
            <a:lvl7pPr marL="3200400" lvl="6" indent="-228600" algn="l">
              <a:spcBef>
                <a:spcPts val="600"/>
              </a:spcBef>
              <a:spcAft>
                <a:spcPts val="0"/>
              </a:spcAft>
              <a:buSzPts val="2030"/>
              <a:buNone/>
              <a:defRPr sz="1400">
                <a:solidFill>
                  <a:srgbClr val="888888"/>
                </a:solidFill>
              </a:defRPr>
            </a:lvl7pPr>
            <a:lvl8pPr marL="3657600" lvl="7" indent="-228600" algn="l">
              <a:spcBef>
                <a:spcPts val="600"/>
              </a:spcBef>
              <a:spcAft>
                <a:spcPts val="0"/>
              </a:spcAft>
              <a:buSzPts val="2030"/>
              <a:buNone/>
              <a:defRPr sz="1400">
                <a:solidFill>
                  <a:srgbClr val="888888"/>
                </a:solidFill>
              </a:defRPr>
            </a:lvl8pPr>
            <a:lvl9pPr marL="4114800" lvl="8" indent="-228600" algn="l">
              <a:spcBef>
                <a:spcPts val="600"/>
              </a:spcBef>
              <a:spcAft>
                <a:spcPts val="600"/>
              </a:spcAft>
              <a:buSzPts val="2030"/>
              <a:buNone/>
              <a:defRPr sz="1400">
                <a:solidFill>
                  <a:srgbClr val="888888"/>
                </a:solidFill>
              </a:defRPr>
            </a:lvl9pPr>
          </a:lstStyle>
          <a:p>
            <a:endParaRPr/>
          </a:p>
        </p:txBody>
      </p:sp>
      <p:sp>
        <p:nvSpPr>
          <p:cNvPr id="120" name="Google Shape;120;p84"/>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1" name="Google Shape;121;p84"/>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2" name="Google Shape;122;p84"/>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l-GR"/>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rue or False">
  <p:cSld name="True or False">
    <p:spTree>
      <p:nvGrpSpPr>
        <p:cNvPr id="1" name="Shape 123"/>
        <p:cNvGrpSpPr/>
        <p:nvPr/>
      </p:nvGrpSpPr>
      <p:grpSpPr>
        <a:xfrm>
          <a:off x="0" y="0"/>
          <a:ext cx="0" cy="0"/>
          <a:chOff x="0" y="0"/>
          <a:chExt cx="0" cy="0"/>
        </a:xfrm>
      </p:grpSpPr>
      <p:sp>
        <p:nvSpPr>
          <p:cNvPr id="124" name="Google Shape;124;p85"/>
          <p:cNvSpPr txBox="1">
            <a:spLocks noGrp="1"/>
          </p:cNvSpPr>
          <p:nvPr>
            <p:ph type="title"/>
          </p:nvPr>
        </p:nvSpPr>
        <p:spPr>
          <a:xfrm>
            <a:off x="1484313" y="685800"/>
            <a:ext cx="10018712" cy="27273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000"/>
              <a:buFont typeface="Corbel"/>
              <a:buNone/>
              <a:defRPr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5" name="Google Shape;125;p85"/>
          <p:cNvSpPr txBox="1">
            <a:spLocks noGrp="1"/>
          </p:cNvSpPr>
          <p:nvPr>
            <p:ph type="body" idx="1"/>
          </p:nvPr>
        </p:nvSpPr>
        <p:spPr>
          <a:xfrm>
            <a:off x="1484312" y="3505200"/>
            <a:ext cx="10018713" cy="838200"/>
          </a:xfrm>
          <a:prstGeom prst="rect">
            <a:avLst/>
          </a:prstGeom>
          <a:noFill/>
          <a:ln>
            <a:noFill/>
          </a:ln>
        </p:spPr>
        <p:txBody>
          <a:bodyPr spcFirstLastPara="1" wrap="square" lIns="91425" tIns="45700" rIns="91425" bIns="45700" anchor="b" anchorCtr="0">
            <a:normAutofit/>
          </a:bodyPr>
          <a:lstStyle>
            <a:lvl1pPr marL="457200" lvl="0" indent="-228600" algn="l">
              <a:spcBef>
                <a:spcPts val="560"/>
              </a:spcBef>
              <a:spcAft>
                <a:spcPts val="0"/>
              </a:spcAft>
              <a:buSzPts val="4060"/>
              <a:buNone/>
              <a:defRPr sz="2800" b="0" cap="none">
                <a:solidFill>
                  <a:schemeClr val="dk1"/>
                </a:solidFill>
              </a:defRPr>
            </a:lvl1pPr>
            <a:lvl2pPr marL="914400" lvl="1" indent="-394335" algn="l">
              <a:spcBef>
                <a:spcPts val="600"/>
              </a:spcBef>
              <a:spcAft>
                <a:spcPts val="0"/>
              </a:spcAft>
              <a:buSzPts val="2610"/>
              <a:buChar char="•"/>
              <a:defRPr/>
            </a:lvl2pPr>
            <a:lvl3pPr marL="1371600" lvl="2" indent="-394335" algn="l">
              <a:spcBef>
                <a:spcPts val="600"/>
              </a:spcBef>
              <a:spcAft>
                <a:spcPts val="0"/>
              </a:spcAft>
              <a:buSzPts val="2610"/>
              <a:buChar char="•"/>
              <a:defRPr/>
            </a:lvl3pPr>
            <a:lvl4pPr marL="1828800" lvl="3" indent="-394335" algn="l">
              <a:spcBef>
                <a:spcPts val="600"/>
              </a:spcBef>
              <a:spcAft>
                <a:spcPts val="0"/>
              </a:spcAft>
              <a:buSzPts val="2610"/>
              <a:buChar char="•"/>
              <a:defRPr/>
            </a:lvl4pPr>
            <a:lvl5pPr marL="2286000" lvl="4" indent="-394335" algn="l">
              <a:spcBef>
                <a:spcPts val="600"/>
              </a:spcBef>
              <a:spcAft>
                <a:spcPts val="0"/>
              </a:spcAft>
              <a:buSzPts val="2610"/>
              <a:buChar char="•"/>
              <a:defRPr/>
            </a:lvl5pPr>
            <a:lvl6pPr marL="2743200" lvl="5" indent="-394335" algn="l">
              <a:spcBef>
                <a:spcPts val="600"/>
              </a:spcBef>
              <a:spcAft>
                <a:spcPts val="0"/>
              </a:spcAft>
              <a:buSzPts val="2610"/>
              <a:buChar char="•"/>
              <a:defRPr/>
            </a:lvl6pPr>
            <a:lvl7pPr marL="3200400" lvl="6" indent="-394335" algn="l">
              <a:spcBef>
                <a:spcPts val="600"/>
              </a:spcBef>
              <a:spcAft>
                <a:spcPts val="0"/>
              </a:spcAft>
              <a:buSzPts val="2610"/>
              <a:buChar char="•"/>
              <a:defRPr/>
            </a:lvl7pPr>
            <a:lvl8pPr marL="3657600" lvl="7" indent="-394334" algn="l">
              <a:spcBef>
                <a:spcPts val="600"/>
              </a:spcBef>
              <a:spcAft>
                <a:spcPts val="0"/>
              </a:spcAft>
              <a:buSzPts val="2610"/>
              <a:buChar char="•"/>
              <a:defRPr/>
            </a:lvl8pPr>
            <a:lvl9pPr marL="4114800" lvl="8" indent="-394334" algn="l">
              <a:spcBef>
                <a:spcPts val="600"/>
              </a:spcBef>
              <a:spcAft>
                <a:spcPts val="600"/>
              </a:spcAft>
              <a:buSzPts val="2610"/>
              <a:buChar char="•"/>
              <a:defRPr/>
            </a:lvl9pPr>
          </a:lstStyle>
          <a:p>
            <a:endParaRPr/>
          </a:p>
        </p:txBody>
      </p:sp>
      <p:sp>
        <p:nvSpPr>
          <p:cNvPr id="126" name="Google Shape;126;p85"/>
          <p:cNvSpPr txBox="1">
            <a:spLocks noGrp="1"/>
          </p:cNvSpPr>
          <p:nvPr>
            <p:ph type="body" idx="2"/>
          </p:nvPr>
        </p:nvSpPr>
        <p:spPr>
          <a:xfrm>
            <a:off x="1484311" y="4343400"/>
            <a:ext cx="10018713" cy="1447800"/>
          </a:xfrm>
          <a:prstGeom prst="rect">
            <a:avLst/>
          </a:prstGeom>
          <a:noFill/>
          <a:ln>
            <a:noFill/>
          </a:ln>
        </p:spPr>
        <p:txBody>
          <a:bodyPr spcFirstLastPara="1" wrap="square" lIns="91425" tIns="45700" rIns="91425" bIns="45700" anchor="t" anchorCtr="0">
            <a:normAutofit/>
          </a:bodyPr>
          <a:lstStyle>
            <a:lvl1pPr marL="457200" lvl="0" indent="-228600" algn="l">
              <a:spcBef>
                <a:spcPts val="360"/>
              </a:spcBef>
              <a:spcAft>
                <a:spcPts val="0"/>
              </a:spcAft>
              <a:buSzPts val="2610"/>
              <a:buNone/>
              <a:defRPr sz="1800">
                <a:solidFill>
                  <a:schemeClr val="dk1"/>
                </a:solidFill>
              </a:defRPr>
            </a:lvl1pPr>
            <a:lvl2pPr marL="914400" lvl="1" indent="-228600" algn="l">
              <a:spcBef>
                <a:spcPts val="600"/>
              </a:spcBef>
              <a:spcAft>
                <a:spcPts val="0"/>
              </a:spcAft>
              <a:buSzPts val="2610"/>
              <a:buNone/>
              <a:defRPr sz="1800">
                <a:solidFill>
                  <a:srgbClr val="888888"/>
                </a:solidFill>
              </a:defRPr>
            </a:lvl2pPr>
            <a:lvl3pPr marL="1371600" lvl="2" indent="-228600" algn="l">
              <a:spcBef>
                <a:spcPts val="600"/>
              </a:spcBef>
              <a:spcAft>
                <a:spcPts val="0"/>
              </a:spcAft>
              <a:buSzPts val="2320"/>
              <a:buNone/>
              <a:defRPr sz="1600">
                <a:solidFill>
                  <a:srgbClr val="888888"/>
                </a:solidFill>
              </a:defRPr>
            </a:lvl3pPr>
            <a:lvl4pPr marL="1828800" lvl="3" indent="-228600" algn="l">
              <a:spcBef>
                <a:spcPts val="600"/>
              </a:spcBef>
              <a:spcAft>
                <a:spcPts val="0"/>
              </a:spcAft>
              <a:buSzPts val="2030"/>
              <a:buNone/>
              <a:defRPr sz="1400">
                <a:solidFill>
                  <a:srgbClr val="888888"/>
                </a:solidFill>
              </a:defRPr>
            </a:lvl4pPr>
            <a:lvl5pPr marL="2286000" lvl="4" indent="-228600" algn="l">
              <a:spcBef>
                <a:spcPts val="600"/>
              </a:spcBef>
              <a:spcAft>
                <a:spcPts val="0"/>
              </a:spcAft>
              <a:buSzPts val="2030"/>
              <a:buNone/>
              <a:defRPr sz="1400">
                <a:solidFill>
                  <a:srgbClr val="888888"/>
                </a:solidFill>
              </a:defRPr>
            </a:lvl5pPr>
            <a:lvl6pPr marL="2743200" lvl="5" indent="-228600" algn="l">
              <a:spcBef>
                <a:spcPts val="600"/>
              </a:spcBef>
              <a:spcAft>
                <a:spcPts val="0"/>
              </a:spcAft>
              <a:buSzPts val="2030"/>
              <a:buNone/>
              <a:defRPr sz="1400">
                <a:solidFill>
                  <a:srgbClr val="888888"/>
                </a:solidFill>
              </a:defRPr>
            </a:lvl6pPr>
            <a:lvl7pPr marL="3200400" lvl="6" indent="-228600" algn="l">
              <a:spcBef>
                <a:spcPts val="600"/>
              </a:spcBef>
              <a:spcAft>
                <a:spcPts val="0"/>
              </a:spcAft>
              <a:buSzPts val="2030"/>
              <a:buNone/>
              <a:defRPr sz="1400">
                <a:solidFill>
                  <a:srgbClr val="888888"/>
                </a:solidFill>
              </a:defRPr>
            </a:lvl7pPr>
            <a:lvl8pPr marL="3657600" lvl="7" indent="-228600" algn="l">
              <a:spcBef>
                <a:spcPts val="600"/>
              </a:spcBef>
              <a:spcAft>
                <a:spcPts val="0"/>
              </a:spcAft>
              <a:buSzPts val="2030"/>
              <a:buNone/>
              <a:defRPr sz="1400">
                <a:solidFill>
                  <a:srgbClr val="888888"/>
                </a:solidFill>
              </a:defRPr>
            </a:lvl8pPr>
            <a:lvl9pPr marL="4114800" lvl="8" indent="-228600" algn="l">
              <a:spcBef>
                <a:spcPts val="600"/>
              </a:spcBef>
              <a:spcAft>
                <a:spcPts val="600"/>
              </a:spcAft>
              <a:buSzPts val="2030"/>
              <a:buNone/>
              <a:defRPr sz="1400">
                <a:solidFill>
                  <a:srgbClr val="888888"/>
                </a:solidFill>
              </a:defRPr>
            </a:lvl9pPr>
          </a:lstStyle>
          <a:p>
            <a:endParaRPr/>
          </a:p>
        </p:txBody>
      </p:sp>
      <p:sp>
        <p:nvSpPr>
          <p:cNvPr id="127" name="Google Shape;127;p85"/>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8" name="Google Shape;128;p85"/>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9" name="Google Shape;129;p85"/>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l-GR"/>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30"/>
        <p:cNvGrpSpPr/>
        <p:nvPr/>
      </p:nvGrpSpPr>
      <p:grpSpPr>
        <a:xfrm>
          <a:off x="0" y="0"/>
          <a:ext cx="0" cy="0"/>
          <a:chOff x="0" y="0"/>
          <a:chExt cx="0" cy="0"/>
        </a:xfrm>
      </p:grpSpPr>
      <p:sp>
        <p:nvSpPr>
          <p:cNvPr id="131" name="Google Shape;131;p86"/>
          <p:cNvSpPr txBox="1">
            <a:spLocks noGrp="1"/>
          </p:cNvSpPr>
          <p:nvPr>
            <p:ph type="title"/>
          </p:nvPr>
        </p:nvSpPr>
        <p:spPr>
          <a:xfrm>
            <a:off x="1484311" y="685800"/>
            <a:ext cx="10018713" cy="1752599"/>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000"/>
              <a:buFont typeface="Corbel"/>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2" name="Google Shape;132;p86"/>
          <p:cNvSpPr txBox="1">
            <a:spLocks noGrp="1"/>
          </p:cNvSpPr>
          <p:nvPr>
            <p:ph type="body" idx="1"/>
          </p:nvPr>
        </p:nvSpPr>
        <p:spPr>
          <a:xfrm rot="5400000">
            <a:off x="4931566" y="-780257"/>
            <a:ext cx="3124201" cy="10018713"/>
          </a:xfrm>
          <a:prstGeom prst="rect">
            <a:avLst/>
          </a:prstGeom>
          <a:noFill/>
          <a:ln>
            <a:noFill/>
          </a:ln>
        </p:spPr>
        <p:txBody>
          <a:bodyPr spcFirstLastPara="1" wrap="square" lIns="91425" tIns="45700" rIns="91425" bIns="45700" anchor="t" anchorCtr="0">
            <a:normAutofit/>
          </a:bodyPr>
          <a:lstStyle>
            <a:lvl1pPr marL="457200" lvl="0" indent="-394335" algn="l">
              <a:spcBef>
                <a:spcPts val="360"/>
              </a:spcBef>
              <a:spcAft>
                <a:spcPts val="0"/>
              </a:spcAft>
              <a:buSzPts val="2610"/>
              <a:buChar char="•"/>
              <a:defRPr/>
            </a:lvl1pPr>
            <a:lvl2pPr marL="914400" lvl="1" indent="-394335" algn="l">
              <a:spcBef>
                <a:spcPts val="600"/>
              </a:spcBef>
              <a:spcAft>
                <a:spcPts val="0"/>
              </a:spcAft>
              <a:buSzPts val="2610"/>
              <a:buChar char="•"/>
              <a:defRPr/>
            </a:lvl2pPr>
            <a:lvl3pPr marL="1371600" lvl="2" indent="-394335" algn="l">
              <a:spcBef>
                <a:spcPts val="600"/>
              </a:spcBef>
              <a:spcAft>
                <a:spcPts val="0"/>
              </a:spcAft>
              <a:buSzPts val="2610"/>
              <a:buChar char="•"/>
              <a:defRPr/>
            </a:lvl3pPr>
            <a:lvl4pPr marL="1828800" lvl="3" indent="-394335" algn="l">
              <a:spcBef>
                <a:spcPts val="600"/>
              </a:spcBef>
              <a:spcAft>
                <a:spcPts val="0"/>
              </a:spcAft>
              <a:buSzPts val="2610"/>
              <a:buChar char="•"/>
              <a:defRPr/>
            </a:lvl4pPr>
            <a:lvl5pPr marL="2286000" lvl="4" indent="-394335" algn="l">
              <a:spcBef>
                <a:spcPts val="600"/>
              </a:spcBef>
              <a:spcAft>
                <a:spcPts val="0"/>
              </a:spcAft>
              <a:buSzPts val="2610"/>
              <a:buChar char="•"/>
              <a:defRPr/>
            </a:lvl5pPr>
            <a:lvl6pPr marL="2743200" lvl="5" indent="-394335" algn="l">
              <a:spcBef>
                <a:spcPts val="600"/>
              </a:spcBef>
              <a:spcAft>
                <a:spcPts val="0"/>
              </a:spcAft>
              <a:buSzPts val="2610"/>
              <a:buChar char="•"/>
              <a:defRPr/>
            </a:lvl6pPr>
            <a:lvl7pPr marL="3200400" lvl="6" indent="-394335" algn="l">
              <a:spcBef>
                <a:spcPts val="600"/>
              </a:spcBef>
              <a:spcAft>
                <a:spcPts val="0"/>
              </a:spcAft>
              <a:buSzPts val="2610"/>
              <a:buChar char="•"/>
              <a:defRPr/>
            </a:lvl7pPr>
            <a:lvl8pPr marL="3657600" lvl="7" indent="-394334" algn="l">
              <a:spcBef>
                <a:spcPts val="600"/>
              </a:spcBef>
              <a:spcAft>
                <a:spcPts val="0"/>
              </a:spcAft>
              <a:buSzPts val="2610"/>
              <a:buChar char="•"/>
              <a:defRPr/>
            </a:lvl8pPr>
            <a:lvl9pPr marL="4114800" lvl="8" indent="-394334" algn="l">
              <a:spcBef>
                <a:spcPts val="600"/>
              </a:spcBef>
              <a:spcAft>
                <a:spcPts val="600"/>
              </a:spcAft>
              <a:buSzPts val="2610"/>
              <a:buChar char="•"/>
              <a:defRPr/>
            </a:lvl9pPr>
          </a:lstStyle>
          <a:p>
            <a:endParaRPr/>
          </a:p>
        </p:txBody>
      </p:sp>
      <p:sp>
        <p:nvSpPr>
          <p:cNvPr id="133" name="Google Shape;133;p86"/>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4" name="Google Shape;134;p86"/>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5" name="Google Shape;135;p86"/>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l-GR"/>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36"/>
        <p:cNvGrpSpPr/>
        <p:nvPr/>
      </p:nvGrpSpPr>
      <p:grpSpPr>
        <a:xfrm>
          <a:off x="0" y="0"/>
          <a:ext cx="0" cy="0"/>
          <a:chOff x="0" y="0"/>
          <a:chExt cx="0" cy="0"/>
        </a:xfrm>
      </p:grpSpPr>
      <p:sp>
        <p:nvSpPr>
          <p:cNvPr id="137" name="Google Shape;137;p87"/>
          <p:cNvSpPr txBox="1">
            <a:spLocks noGrp="1"/>
          </p:cNvSpPr>
          <p:nvPr>
            <p:ph type="title"/>
          </p:nvPr>
        </p:nvSpPr>
        <p:spPr>
          <a:xfrm rot="5400000">
            <a:off x="8065140" y="2353316"/>
            <a:ext cx="5105400" cy="1770369"/>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8" name="Google Shape;138;p87"/>
          <p:cNvSpPr txBox="1">
            <a:spLocks noGrp="1"/>
          </p:cNvSpPr>
          <p:nvPr>
            <p:ph type="body" idx="1"/>
          </p:nvPr>
        </p:nvSpPr>
        <p:spPr>
          <a:xfrm rot="5400000">
            <a:off x="2941483" y="-771371"/>
            <a:ext cx="5105400" cy="8019742"/>
          </a:xfrm>
          <a:prstGeom prst="rect">
            <a:avLst/>
          </a:prstGeom>
          <a:noFill/>
          <a:ln>
            <a:noFill/>
          </a:ln>
        </p:spPr>
        <p:txBody>
          <a:bodyPr spcFirstLastPara="1" wrap="square" lIns="91425" tIns="45700" rIns="91425" bIns="45700" anchor="t" anchorCtr="0">
            <a:normAutofit/>
          </a:bodyPr>
          <a:lstStyle>
            <a:lvl1pPr marL="457200" lvl="0" indent="-394335" algn="l">
              <a:spcBef>
                <a:spcPts val="360"/>
              </a:spcBef>
              <a:spcAft>
                <a:spcPts val="0"/>
              </a:spcAft>
              <a:buSzPts val="2610"/>
              <a:buChar char="•"/>
              <a:defRPr/>
            </a:lvl1pPr>
            <a:lvl2pPr marL="914400" lvl="1" indent="-394335" algn="l">
              <a:spcBef>
                <a:spcPts val="600"/>
              </a:spcBef>
              <a:spcAft>
                <a:spcPts val="0"/>
              </a:spcAft>
              <a:buSzPts val="2610"/>
              <a:buChar char="•"/>
              <a:defRPr/>
            </a:lvl2pPr>
            <a:lvl3pPr marL="1371600" lvl="2" indent="-394335" algn="l">
              <a:spcBef>
                <a:spcPts val="600"/>
              </a:spcBef>
              <a:spcAft>
                <a:spcPts val="0"/>
              </a:spcAft>
              <a:buSzPts val="2610"/>
              <a:buChar char="•"/>
              <a:defRPr/>
            </a:lvl3pPr>
            <a:lvl4pPr marL="1828800" lvl="3" indent="-394335" algn="l">
              <a:spcBef>
                <a:spcPts val="600"/>
              </a:spcBef>
              <a:spcAft>
                <a:spcPts val="0"/>
              </a:spcAft>
              <a:buSzPts val="2610"/>
              <a:buChar char="•"/>
              <a:defRPr/>
            </a:lvl4pPr>
            <a:lvl5pPr marL="2286000" lvl="4" indent="-394335" algn="l">
              <a:spcBef>
                <a:spcPts val="600"/>
              </a:spcBef>
              <a:spcAft>
                <a:spcPts val="0"/>
              </a:spcAft>
              <a:buSzPts val="2610"/>
              <a:buChar char="•"/>
              <a:defRPr/>
            </a:lvl5pPr>
            <a:lvl6pPr marL="2743200" lvl="5" indent="-394335" algn="l">
              <a:spcBef>
                <a:spcPts val="600"/>
              </a:spcBef>
              <a:spcAft>
                <a:spcPts val="0"/>
              </a:spcAft>
              <a:buSzPts val="2610"/>
              <a:buChar char="•"/>
              <a:defRPr/>
            </a:lvl6pPr>
            <a:lvl7pPr marL="3200400" lvl="6" indent="-394335" algn="l">
              <a:spcBef>
                <a:spcPts val="600"/>
              </a:spcBef>
              <a:spcAft>
                <a:spcPts val="0"/>
              </a:spcAft>
              <a:buSzPts val="2610"/>
              <a:buChar char="•"/>
              <a:defRPr/>
            </a:lvl7pPr>
            <a:lvl8pPr marL="3657600" lvl="7" indent="-394334" algn="l">
              <a:spcBef>
                <a:spcPts val="600"/>
              </a:spcBef>
              <a:spcAft>
                <a:spcPts val="0"/>
              </a:spcAft>
              <a:buSzPts val="2610"/>
              <a:buChar char="•"/>
              <a:defRPr/>
            </a:lvl8pPr>
            <a:lvl9pPr marL="4114800" lvl="8" indent="-394334" algn="l">
              <a:spcBef>
                <a:spcPts val="600"/>
              </a:spcBef>
              <a:spcAft>
                <a:spcPts val="600"/>
              </a:spcAft>
              <a:buSzPts val="2610"/>
              <a:buChar char="•"/>
              <a:defRPr/>
            </a:lvl9pPr>
          </a:lstStyle>
          <a:p>
            <a:endParaRPr/>
          </a:p>
        </p:txBody>
      </p:sp>
      <p:sp>
        <p:nvSpPr>
          <p:cNvPr id="139" name="Google Shape;139;p87"/>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0" name="Google Shape;140;p87"/>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1" name="Google Shape;141;p87"/>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l-G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9">
            <a:alphaModFix/>
          </a:blip>
          <a:stretch>
            <a:fillRect/>
          </a:stretch>
        </a:blipFill>
        <a:effectLst/>
      </p:bgPr>
    </p:bg>
    <p:spTree>
      <p:nvGrpSpPr>
        <p:cNvPr id="1" name="Shape 9"/>
        <p:cNvGrpSpPr/>
        <p:nvPr/>
      </p:nvGrpSpPr>
      <p:grpSpPr>
        <a:xfrm>
          <a:off x="0" y="0"/>
          <a:ext cx="0" cy="0"/>
          <a:chOff x="0" y="0"/>
          <a:chExt cx="0" cy="0"/>
        </a:xfrm>
      </p:grpSpPr>
      <p:grpSp>
        <p:nvGrpSpPr>
          <p:cNvPr id="10" name="Google Shape;10;p70"/>
          <p:cNvGrpSpPr/>
          <p:nvPr/>
        </p:nvGrpSpPr>
        <p:grpSpPr>
          <a:xfrm>
            <a:off x="150812" y="0"/>
            <a:ext cx="2436813" cy="6858001"/>
            <a:chOff x="1320800" y="0"/>
            <a:chExt cx="2436813" cy="6858001"/>
          </a:xfrm>
        </p:grpSpPr>
        <p:sp>
          <p:nvSpPr>
            <p:cNvPr id="11" name="Google Shape;11;p70"/>
            <p:cNvSpPr/>
            <p:nvPr/>
          </p:nvSpPr>
          <p:spPr>
            <a:xfrm>
              <a:off x="1627188" y="0"/>
              <a:ext cx="1122363" cy="5329238"/>
            </a:xfrm>
            <a:custGeom>
              <a:avLst/>
              <a:gdLst/>
              <a:ahLst/>
              <a:cxnLst/>
              <a:rect l="l" t="t" r="r" b="b"/>
              <a:pathLst>
                <a:path w="707" h="3357" extrusionOk="0">
                  <a:moveTo>
                    <a:pt x="0" y="3330"/>
                  </a:moveTo>
                  <a:lnTo>
                    <a:pt x="156" y="3357"/>
                  </a:lnTo>
                  <a:lnTo>
                    <a:pt x="707" y="0"/>
                  </a:lnTo>
                  <a:lnTo>
                    <a:pt x="547" y="0"/>
                  </a:lnTo>
                  <a:lnTo>
                    <a:pt x="0" y="3330"/>
                  </a:lnTo>
                  <a:close/>
                </a:path>
              </a:pathLst>
            </a:custGeom>
            <a:solidFill>
              <a:schemeClr val="accent1"/>
            </a:solidFill>
            <a:ln>
              <a:noFill/>
            </a:ln>
          </p:spPr>
        </p:sp>
        <p:sp>
          <p:nvSpPr>
            <p:cNvPr id="12" name="Google Shape;12;p70"/>
            <p:cNvSpPr/>
            <p:nvPr/>
          </p:nvSpPr>
          <p:spPr>
            <a:xfrm>
              <a:off x="1320800" y="0"/>
              <a:ext cx="1117600" cy="5276850"/>
            </a:xfrm>
            <a:custGeom>
              <a:avLst/>
              <a:gdLst/>
              <a:ahLst/>
              <a:cxnLst/>
              <a:rect l="l" t="t" r="r" b="b"/>
              <a:pathLst>
                <a:path w="704" h="3324" extrusionOk="0">
                  <a:moveTo>
                    <a:pt x="704" y="0"/>
                  </a:moveTo>
                  <a:lnTo>
                    <a:pt x="545" y="0"/>
                  </a:lnTo>
                  <a:lnTo>
                    <a:pt x="0" y="3300"/>
                  </a:lnTo>
                  <a:lnTo>
                    <a:pt x="157" y="3324"/>
                  </a:lnTo>
                  <a:lnTo>
                    <a:pt x="704" y="0"/>
                  </a:lnTo>
                  <a:close/>
                </a:path>
              </a:pathLst>
            </a:custGeom>
            <a:solidFill>
              <a:srgbClr val="595959"/>
            </a:solidFill>
            <a:ln>
              <a:noFill/>
            </a:ln>
          </p:spPr>
        </p:sp>
        <p:sp>
          <p:nvSpPr>
            <p:cNvPr id="13" name="Google Shape;13;p70"/>
            <p:cNvSpPr/>
            <p:nvPr/>
          </p:nvSpPr>
          <p:spPr>
            <a:xfrm>
              <a:off x="1320800" y="5238750"/>
              <a:ext cx="1228725" cy="1619250"/>
            </a:xfrm>
            <a:custGeom>
              <a:avLst/>
              <a:gdLst/>
              <a:ahLst/>
              <a:cxnLst/>
              <a:rect l="l" t="t" r="r" b="b"/>
              <a:pathLst>
                <a:path w="774" h="1020" extrusionOk="0">
                  <a:moveTo>
                    <a:pt x="0" y="0"/>
                  </a:moveTo>
                  <a:lnTo>
                    <a:pt x="740" y="1020"/>
                  </a:lnTo>
                  <a:lnTo>
                    <a:pt x="774" y="1020"/>
                  </a:lnTo>
                  <a:lnTo>
                    <a:pt x="0" y="0"/>
                  </a:lnTo>
                  <a:close/>
                </a:path>
              </a:pathLst>
            </a:custGeom>
            <a:solidFill>
              <a:srgbClr val="262626"/>
            </a:solidFill>
            <a:ln>
              <a:noFill/>
            </a:ln>
          </p:spPr>
        </p:sp>
        <p:sp>
          <p:nvSpPr>
            <p:cNvPr id="14" name="Google Shape;14;p70"/>
            <p:cNvSpPr/>
            <p:nvPr/>
          </p:nvSpPr>
          <p:spPr>
            <a:xfrm>
              <a:off x="1627188" y="5291138"/>
              <a:ext cx="1495425" cy="1566863"/>
            </a:xfrm>
            <a:custGeom>
              <a:avLst/>
              <a:gdLst/>
              <a:ahLst/>
              <a:cxnLst/>
              <a:rect l="l" t="t" r="r" b="b"/>
              <a:pathLst>
                <a:path w="942" h="987" extrusionOk="0">
                  <a:moveTo>
                    <a:pt x="0" y="0"/>
                  </a:moveTo>
                  <a:lnTo>
                    <a:pt x="909" y="987"/>
                  </a:lnTo>
                  <a:lnTo>
                    <a:pt x="942" y="987"/>
                  </a:lnTo>
                  <a:lnTo>
                    <a:pt x="0" y="0"/>
                  </a:lnTo>
                  <a:close/>
                </a:path>
              </a:pathLst>
            </a:custGeom>
            <a:solidFill>
              <a:srgbClr val="0B5982"/>
            </a:solidFill>
            <a:ln>
              <a:noFill/>
            </a:ln>
          </p:spPr>
        </p:sp>
        <p:sp>
          <p:nvSpPr>
            <p:cNvPr id="15" name="Google Shape;15;p70"/>
            <p:cNvSpPr/>
            <p:nvPr/>
          </p:nvSpPr>
          <p:spPr>
            <a:xfrm>
              <a:off x="1627188" y="5286375"/>
              <a:ext cx="2130425" cy="1571625"/>
            </a:xfrm>
            <a:custGeom>
              <a:avLst/>
              <a:gdLst/>
              <a:ahLst/>
              <a:cxnLst/>
              <a:rect l="l" t="t" r="r" b="b"/>
              <a:pathLst>
                <a:path w="1342" h="990" extrusionOk="0">
                  <a:moveTo>
                    <a:pt x="0" y="3"/>
                  </a:moveTo>
                  <a:lnTo>
                    <a:pt x="942" y="990"/>
                  </a:lnTo>
                  <a:lnTo>
                    <a:pt x="1342" y="990"/>
                  </a:lnTo>
                  <a:lnTo>
                    <a:pt x="156" y="27"/>
                  </a:lnTo>
                  <a:lnTo>
                    <a:pt x="0" y="0"/>
                  </a:lnTo>
                  <a:lnTo>
                    <a:pt x="0" y="3"/>
                  </a:lnTo>
                  <a:close/>
                </a:path>
              </a:pathLst>
            </a:custGeom>
            <a:solidFill>
              <a:srgbClr val="1186C3"/>
            </a:solidFill>
            <a:ln>
              <a:noFill/>
            </a:ln>
          </p:spPr>
        </p:sp>
        <p:sp>
          <p:nvSpPr>
            <p:cNvPr id="16" name="Google Shape;16;p70"/>
            <p:cNvSpPr/>
            <p:nvPr/>
          </p:nvSpPr>
          <p:spPr>
            <a:xfrm>
              <a:off x="1320800" y="5238750"/>
              <a:ext cx="1695450" cy="1619250"/>
            </a:xfrm>
            <a:custGeom>
              <a:avLst/>
              <a:gdLst/>
              <a:ahLst/>
              <a:cxnLst/>
              <a:rect l="l" t="t" r="r" b="b"/>
              <a:pathLst>
                <a:path w="1068" h="1020" extrusionOk="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3F3F3F"/>
            </a:solidFill>
            <a:ln>
              <a:noFill/>
            </a:ln>
          </p:spPr>
        </p:sp>
      </p:grpSp>
      <p:sp>
        <p:nvSpPr>
          <p:cNvPr id="17" name="Google Shape;17;p70"/>
          <p:cNvSpPr txBox="1">
            <a:spLocks noGrp="1"/>
          </p:cNvSpPr>
          <p:nvPr>
            <p:ph type="title"/>
          </p:nvPr>
        </p:nvSpPr>
        <p:spPr>
          <a:xfrm>
            <a:off x="1484311" y="685800"/>
            <a:ext cx="10018713" cy="1752599"/>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000"/>
              <a:buFont typeface="Corbel"/>
              <a:buNone/>
              <a:defRPr sz="4000" b="0" i="0" u="none" strike="noStrike" cap="none">
                <a:solidFill>
                  <a:schemeClr val="dk1"/>
                </a:solidFill>
                <a:latin typeface="Corbel"/>
                <a:ea typeface="Corbel"/>
                <a:cs typeface="Corbel"/>
                <a:sym typeface="Corbel"/>
              </a:defRPr>
            </a:lvl1pPr>
            <a:lvl2pPr marR="0" lvl="1" algn="l" rtl="0">
              <a:spcBef>
                <a:spcPts val="0"/>
              </a:spcBef>
              <a:spcAft>
                <a:spcPts val="0"/>
              </a:spcAft>
              <a:buSzPts val="1400"/>
              <a:buNone/>
              <a:defRPr sz="1800" b="0" i="0" u="none" strike="noStrike" cap="none">
                <a:solidFill>
                  <a:schemeClr val="dk2"/>
                </a:solidFill>
              </a:defRPr>
            </a:lvl2pPr>
            <a:lvl3pPr marR="0" lvl="2" algn="l" rtl="0">
              <a:spcBef>
                <a:spcPts val="0"/>
              </a:spcBef>
              <a:spcAft>
                <a:spcPts val="0"/>
              </a:spcAft>
              <a:buSzPts val="1400"/>
              <a:buNone/>
              <a:defRPr sz="1800" b="0" i="0" u="none" strike="noStrike" cap="none">
                <a:solidFill>
                  <a:schemeClr val="dk2"/>
                </a:solidFill>
              </a:defRPr>
            </a:lvl3pPr>
            <a:lvl4pPr marR="0" lvl="3" algn="l" rtl="0">
              <a:spcBef>
                <a:spcPts val="0"/>
              </a:spcBef>
              <a:spcAft>
                <a:spcPts val="0"/>
              </a:spcAft>
              <a:buSzPts val="1400"/>
              <a:buNone/>
              <a:defRPr sz="1800" b="0" i="0" u="none" strike="noStrike" cap="none">
                <a:solidFill>
                  <a:schemeClr val="dk2"/>
                </a:solidFill>
              </a:defRPr>
            </a:lvl4pPr>
            <a:lvl5pPr marR="0" lvl="4" algn="l" rtl="0">
              <a:spcBef>
                <a:spcPts val="0"/>
              </a:spcBef>
              <a:spcAft>
                <a:spcPts val="0"/>
              </a:spcAft>
              <a:buSzPts val="1400"/>
              <a:buNone/>
              <a:defRPr sz="1800" b="0" i="0" u="none" strike="noStrike" cap="none">
                <a:solidFill>
                  <a:schemeClr val="dk2"/>
                </a:solidFill>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18" name="Google Shape;18;p70"/>
          <p:cNvSpPr txBox="1">
            <a:spLocks noGrp="1"/>
          </p:cNvSpPr>
          <p:nvPr>
            <p:ph type="body" idx="1"/>
          </p:nvPr>
        </p:nvSpPr>
        <p:spPr>
          <a:xfrm>
            <a:off x="1484310" y="2666999"/>
            <a:ext cx="10018713" cy="3124201"/>
          </a:xfrm>
          <a:prstGeom prst="rect">
            <a:avLst/>
          </a:prstGeom>
          <a:noFill/>
          <a:ln>
            <a:noFill/>
          </a:ln>
        </p:spPr>
        <p:txBody>
          <a:bodyPr spcFirstLastPara="1" wrap="square" lIns="91425" tIns="45700" rIns="91425" bIns="45700" anchor="ctr" anchorCtr="0">
            <a:normAutofit/>
          </a:bodyPr>
          <a:lstStyle>
            <a:lvl1pPr marL="457200" marR="0" lvl="0" indent="-449580" algn="l" rtl="0">
              <a:spcBef>
                <a:spcPts val="480"/>
              </a:spcBef>
              <a:spcAft>
                <a:spcPts val="0"/>
              </a:spcAft>
              <a:buClr>
                <a:srgbClr val="1186C3"/>
              </a:buClr>
              <a:buSzPts val="3480"/>
              <a:buFont typeface="Arial"/>
              <a:buChar char="•"/>
              <a:defRPr sz="2400" b="0" i="0" u="none" strike="noStrike" cap="none">
                <a:solidFill>
                  <a:schemeClr val="dk1"/>
                </a:solidFill>
                <a:latin typeface="Corbel"/>
                <a:ea typeface="Corbel"/>
                <a:cs typeface="Corbel"/>
                <a:sym typeface="Corbel"/>
              </a:defRPr>
            </a:lvl1pPr>
            <a:lvl2pPr marL="914400" marR="0" lvl="1" indent="-412750" algn="l" rtl="0">
              <a:spcBef>
                <a:spcPts val="600"/>
              </a:spcBef>
              <a:spcAft>
                <a:spcPts val="0"/>
              </a:spcAft>
              <a:buClr>
                <a:srgbClr val="1186C3"/>
              </a:buClr>
              <a:buSzPts val="2900"/>
              <a:buFont typeface="Arial"/>
              <a:buChar char="•"/>
              <a:defRPr sz="2000" b="0" i="0" u="none" strike="noStrike" cap="none">
                <a:solidFill>
                  <a:schemeClr val="dk1"/>
                </a:solidFill>
                <a:latin typeface="Corbel"/>
                <a:ea typeface="Corbel"/>
                <a:cs typeface="Corbel"/>
                <a:sym typeface="Corbel"/>
              </a:defRPr>
            </a:lvl2pPr>
            <a:lvl3pPr marL="1371600" marR="0" lvl="2" indent="-394335" algn="l" rtl="0">
              <a:spcBef>
                <a:spcPts val="600"/>
              </a:spcBef>
              <a:spcAft>
                <a:spcPts val="0"/>
              </a:spcAft>
              <a:buClr>
                <a:srgbClr val="1186C3"/>
              </a:buClr>
              <a:buSzPts val="2610"/>
              <a:buFont typeface="Arial"/>
              <a:buChar char="•"/>
              <a:defRPr sz="1800" b="0" i="0" u="none" strike="noStrike" cap="none">
                <a:solidFill>
                  <a:schemeClr val="dk1"/>
                </a:solidFill>
                <a:latin typeface="Corbel"/>
                <a:ea typeface="Corbel"/>
                <a:cs typeface="Corbel"/>
                <a:sym typeface="Corbel"/>
              </a:defRPr>
            </a:lvl3pPr>
            <a:lvl4pPr marL="1828800" marR="0" lvl="3" indent="-375919" algn="l" rtl="0">
              <a:spcBef>
                <a:spcPts val="600"/>
              </a:spcBef>
              <a:spcAft>
                <a:spcPts val="0"/>
              </a:spcAft>
              <a:buClr>
                <a:srgbClr val="1186C3"/>
              </a:buClr>
              <a:buSzPts val="2320"/>
              <a:buFont typeface="Arial"/>
              <a:buChar char="•"/>
              <a:defRPr sz="1600" b="0" i="0" u="none" strike="noStrike" cap="none">
                <a:solidFill>
                  <a:schemeClr val="dk1"/>
                </a:solidFill>
                <a:latin typeface="Corbel"/>
                <a:ea typeface="Corbel"/>
                <a:cs typeface="Corbel"/>
                <a:sym typeface="Corbel"/>
              </a:defRPr>
            </a:lvl4pPr>
            <a:lvl5pPr marL="2286000" marR="0" lvl="4" indent="-357504" algn="l" rtl="0">
              <a:spcBef>
                <a:spcPts val="600"/>
              </a:spcBef>
              <a:spcAft>
                <a:spcPts val="0"/>
              </a:spcAft>
              <a:buClr>
                <a:srgbClr val="1186C3"/>
              </a:buClr>
              <a:buSzPts val="2030"/>
              <a:buFont typeface="Arial"/>
              <a:buChar char="•"/>
              <a:defRPr sz="1400" b="0" i="0" u="none" strike="noStrike" cap="none">
                <a:solidFill>
                  <a:schemeClr val="dk1"/>
                </a:solidFill>
                <a:latin typeface="Corbel"/>
                <a:ea typeface="Corbel"/>
                <a:cs typeface="Corbel"/>
                <a:sym typeface="Corbel"/>
              </a:defRPr>
            </a:lvl5pPr>
            <a:lvl6pPr marL="2743200" marR="0" lvl="5" indent="-357504" algn="l" rtl="0">
              <a:spcBef>
                <a:spcPts val="600"/>
              </a:spcBef>
              <a:spcAft>
                <a:spcPts val="0"/>
              </a:spcAft>
              <a:buClr>
                <a:srgbClr val="1186C3"/>
              </a:buClr>
              <a:buSzPts val="2030"/>
              <a:buFont typeface="Arial"/>
              <a:buChar char="•"/>
              <a:defRPr sz="1400" b="0" i="0" u="none" strike="noStrike" cap="none">
                <a:solidFill>
                  <a:schemeClr val="dk1"/>
                </a:solidFill>
                <a:latin typeface="Corbel"/>
                <a:ea typeface="Corbel"/>
                <a:cs typeface="Corbel"/>
                <a:sym typeface="Corbel"/>
              </a:defRPr>
            </a:lvl6pPr>
            <a:lvl7pPr marL="3200400" marR="0" lvl="6" indent="-357504" algn="l" rtl="0">
              <a:spcBef>
                <a:spcPts val="600"/>
              </a:spcBef>
              <a:spcAft>
                <a:spcPts val="0"/>
              </a:spcAft>
              <a:buClr>
                <a:srgbClr val="1186C3"/>
              </a:buClr>
              <a:buSzPts val="2030"/>
              <a:buFont typeface="Arial"/>
              <a:buChar char="•"/>
              <a:defRPr sz="1400" b="0" i="0" u="none" strike="noStrike" cap="none">
                <a:solidFill>
                  <a:schemeClr val="dk1"/>
                </a:solidFill>
                <a:latin typeface="Corbel"/>
                <a:ea typeface="Corbel"/>
                <a:cs typeface="Corbel"/>
                <a:sym typeface="Corbel"/>
              </a:defRPr>
            </a:lvl7pPr>
            <a:lvl8pPr marL="3657600" marR="0" lvl="7" indent="-357504" algn="l" rtl="0">
              <a:spcBef>
                <a:spcPts val="600"/>
              </a:spcBef>
              <a:spcAft>
                <a:spcPts val="0"/>
              </a:spcAft>
              <a:buClr>
                <a:srgbClr val="1186C3"/>
              </a:buClr>
              <a:buSzPts val="2030"/>
              <a:buFont typeface="Arial"/>
              <a:buChar char="•"/>
              <a:defRPr sz="1400" b="0" i="0" u="none" strike="noStrike" cap="none">
                <a:solidFill>
                  <a:schemeClr val="dk1"/>
                </a:solidFill>
                <a:latin typeface="Corbel"/>
                <a:ea typeface="Corbel"/>
                <a:cs typeface="Corbel"/>
                <a:sym typeface="Corbel"/>
              </a:defRPr>
            </a:lvl8pPr>
            <a:lvl9pPr marL="4114800" marR="0" lvl="8" indent="-357504" algn="l" rtl="0">
              <a:spcBef>
                <a:spcPts val="600"/>
              </a:spcBef>
              <a:spcAft>
                <a:spcPts val="600"/>
              </a:spcAft>
              <a:buClr>
                <a:srgbClr val="1186C3"/>
              </a:buClr>
              <a:buSzPts val="2030"/>
              <a:buFont typeface="Arial"/>
              <a:buChar char="•"/>
              <a:defRPr sz="1400" b="0" i="0" u="none" strike="noStrike" cap="none">
                <a:solidFill>
                  <a:schemeClr val="dk1"/>
                </a:solidFill>
                <a:latin typeface="Corbel"/>
                <a:ea typeface="Corbel"/>
                <a:cs typeface="Corbel"/>
                <a:sym typeface="Corbel"/>
              </a:defRPr>
            </a:lvl9pPr>
          </a:lstStyle>
          <a:p>
            <a:endParaRPr/>
          </a:p>
        </p:txBody>
      </p:sp>
      <p:sp>
        <p:nvSpPr>
          <p:cNvPr id="19" name="Google Shape;19;p70"/>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000" b="0" i="0" u="none" strike="noStrike" cap="none">
                <a:solidFill>
                  <a:schemeClr val="dk1"/>
                </a:solidFill>
                <a:latin typeface="Corbel"/>
                <a:ea typeface="Corbel"/>
                <a:cs typeface="Corbel"/>
                <a:sym typeface="Corbel"/>
              </a:defRPr>
            </a:lvl1pPr>
            <a:lvl2pPr marR="0" lvl="1" algn="l" rtl="0">
              <a:spcBef>
                <a:spcPts val="0"/>
              </a:spcBef>
              <a:spcAft>
                <a:spcPts val="0"/>
              </a:spcAft>
              <a:buSzPts val="1400"/>
              <a:buNone/>
              <a:defRPr sz="1800" b="0" i="0" u="none" strike="noStrike" cap="none">
                <a:solidFill>
                  <a:schemeClr val="dk1"/>
                </a:solidFill>
                <a:latin typeface="Corbel"/>
                <a:ea typeface="Corbel"/>
                <a:cs typeface="Corbel"/>
                <a:sym typeface="Corbel"/>
              </a:defRPr>
            </a:lvl2pPr>
            <a:lvl3pPr marR="0" lvl="2" algn="l" rtl="0">
              <a:spcBef>
                <a:spcPts val="0"/>
              </a:spcBef>
              <a:spcAft>
                <a:spcPts val="0"/>
              </a:spcAft>
              <a:buSzPts val="1400"/>
              <a:buNone/>
              <a:defRPr sz="1800" b="0" i="0" u="none" strike="noStrike" cap="none">
                <a:solidFill>
                  <a:schemeClr val="dk1"/>
                </a:solidFill>
                <a:latin typeface="Corbel"/>
                <a:ea typeface="Corbel"/>
                <a:cs typeface="Corbel"/>
                <a:sym typeface="Corbel"/>
              </a:defRPr>
            </a:lvl3pPr>
            <a:lvl4pPr marR="0" lvl="3" algn="l" rtl="0">
              <a:spcBef>
                <a:spcPts val="0"/>
              </a:spcBef>
              <a:spcAft>
                <a:spcPts val="0"/>
              </a:spcAft>
              <a:buSzPts val="1400"/>
              <a:buNone/>
              <a:defRPr sz="1800" b="0" i="0" u="none" strike="noStrike" cap="none">
                <a:solidFill>
                  <a:schemeClr val="dk1"/>
                </a:solidFill>
                <a:latin typeface="Corbel"/>
                <a:ea typeface="Corbel"/>
                <a:cs typeface="Corbel"/>
                <a:sym typeface="Corbel"/>
              </a:defRPr>
            </a:lvl4pPr>
            <a:lvl5pPr marR="0" lvl="4" algn="l" rtl="0">
              <a:spcBef>
                <a:spcPts val="0"/>
              </a:spcBef>
              <a:spcAft>
                <a:spcPts val="0"/>
              </a:spcAft>
              <a:buSzPts val="1400"/>
              <a:buNone/>
              <a:defRPr sz="1800" b="0" i="0" u="none" strike="noStrike" cap="none">
                <a:solidFill>
                  <a:schemeClr val="dk1"/>
                </a:solidFill>
                <a:latin typeface="Corbel"/>
                <a:ea typeface="Corbel"/>
                <a:cs typeface="Corbel"/>
                <a:sym typeface="Corbel"/>
              </a:defRPr>
            </a:lvl5pPr>
            <a:lvl6pPr marR="0" lvl="5" algn="l" rtl="0">
              <a:spcBef>
                <a:spcPts val="0"/>
              </a:spcBef>
              <a:spcAft>
                <a:spcPts val="0"/>
              </a:spcAft>
              <a:buSzPts val="1400"/>
              <a:buNone/>
              <a:defRPr sz="1800" b="0" i="0" u="none" strike="noStrike" cap="none">
                <a:solidFill>
                  <a:schemeClr val="dk1"/>
                </a:solidFill>
                <a:latin typeface="Corbel"/>
                <a:ea typeface="Corbel"/>
                <a:cs typeface="Corbel"/>
                <a:sym typeface="Corbel"/>
              </a:defRPr>
            </a:lvl6pPr>
            <a:lvl7pPr marR="0" lvl="6" algn="l" rtl="0">
              <a:spcBef>
                <a:spcPts val="0"/>
              </a:spcBef>
              <a:spcAft>
                <a:spcPts val="0"/>
              </a:spcAft>
              <a:buSzPts val="1400"/>
              <a:buNone/>
              <a:defRPr sz="1800" b="0" i="0" u="none" strike="noStrike" cap="none">
                <a:solidFill>
                  <a:schemeClr val="dk1"/>
                </a:solidFill>
                <a:latin typeface="Corbel"/>
                <a:ea typeface="Corbel"/>
                <a:cs typeface="Corbel"/>
                <a:sym typeface="Corbel"/>
              </a:defRPr>
            </a:lvl7pPr>
            <a:lvl8pPr marR="0" lvl="7" algn="l" rtl="0">
              <a:spcBef>
                <a:spcPts val="0"/>
              </a:spcBef>
              <a:spcAft>
                <a:spcPts val="0"/>
              </a:spcAft>
              <a:buSzPts val="1400"/>
              <a:buNone/>
              <a:defRPr sz="1800" b="0" i="0" u="none" strike="noStrike" cap="none">
                <a:solidFill>
                  <a:schemeClr val="dk1"/>
                </a:solidFill>
                <a:latin typeface="Corbel"/>
                <a:ea typeface="Corbel"/>
                <a:cs typeface="Corbel"/>
                <a:sym typeface="Corbel"/>
              </a:defRPr>
            </a:lvl8pPr>
            <a:lvl9pPr marR="0" lvl="8" algn="l" rtl="0">
              <a:spcBef>
                <a:spcPts val="0"/>
              </a:spcBef>
              <a:spcAft>
                <a:spcPts val="0"/>
              </a:spcAft>
              <a:buSzPts val="1400"/>
              <a:buNone/>
              <a:defRPr sz="1800" b="0" i="0" u="none" strike="noStrike" cap="none">
                <a:solidFill>
                  <a:schemeClr val="dk1"/>
                </a:solidFill>
                <a:latin typeface="Corbel"/>
                <a:ea typeface="Corbel"/>
                <a:cs typeface="Corbel"/>
                <a:sym typeface="Corbel"/>
              </a:defRPr>
            </a:lvl9pPr>
          </a:lstStyle>
          <a:p>
            <a:endParaRPr/>
          </a:p>
        </p:txBody>
      </p:sp>
      <p:sp>
        <p:nvSpPr>
          <p:cNvPr id="20" name="Google Shape;20;p70"/>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000" b="0" i="0" u="none" strike="noStrike" cap="none">
                <a:solidFill>
                  <a:schemeClr val="dk1"/>
                </a:solidFill>
                <a:latin typeface="Corbel"/>
                <a:ea typeface="Corbel"/>
                <a:cs typeface="Corbel"/>
                <a:sym typeface="Corbel"/>
              </a:defRPr>
            </a:lvl1pPr>
            <a:lvl2pPr marR="0" lvl="1" algn="l" rtl="0">
              <a:spcBef>
                <a:spcPts val="0"/>
              </a:spcBef>
              <a:spcAft>
                <a:spcPts val="0"/>
              </a:spcAft>
              <a:buSzPts val="1400"/>
              <a:buNone/>
              <a:defRPr sz="1800" b="0" i="0" u="none" strike="noStrike" cap="none">
                <a:solidFill>
                  <a:schemeClr val="dk1"/>
                </a:solidFill>
                <a:latin typeface="Corbel"/>
                <a:ea typeface="Corbel"/>
                <a:cs typeface="Corbel"/>
                <a:sym typeface="Corbel"/>
              </a:defRPr>
            </a:lvl2pPr>
            <a:lvl3pPr marR="0" lvl="2" algn="l" rtl="0">
              <a:spcBef>
                <a:spcPts val="0"/>
              </a:spcBef>
              <a:spcAft>
                <a:spcPts val="0"/>
              </a:spcAft>
              <a:buSzPts val="1400"/>
              <a:buNone/>
              <a:defRPr sz="1800" b="0" i="0" u="none" strike="noStrike" cap="none">
                <a:solidFill>
                  <a:schemeClr val="dk1"/>
                </a:solidFill>
                <a:latin typeface="Corbel"/>
                <a:ea typeface="Corbel"/>
                <a:cs typeface="Corbel"/>
                <a:sym typeface="Corbel"/>
              </a:defRPr>
            </a:lvl3pPr>
            <a:lvl4pPr marR="0" lvl="3" algn="l" rtl="0">
              <a:spcBef>
                <a:spcPts val="0"/>
              </a:spcBef>
              <a:spcAft>
                <a:spcPts val="0"/>
              </a:spcAft>
              <a:buSzPts val="1400"/>
              <a:buNone/>
              <a:defRPr sz="1800" b="0" i="0" u="none" strike="noStrike" cap="none">
                <a:solidFill>
                  <a:schemeClr val="dk1"/>
                </a:solidFill>
                <a:latin typeface="Corbel"/>
                <a:ea typeface="Corbel"/>
                <a:cs typeface="Corbel"/>
                <a:sym typeface="Corbel"/>
              </a:defRPr>
            </a:lvl4pPr>
            <a:lvl5pPr marR="0" lvl="4" algn="l" rtl="0">
              <a:spcBef>
                <a:spcPts val="0"/>
              </a:spcBef>
              <a:spcAft>
                <a:spcPts val="0"/>
              </a:spcAft>
              <a:buSzPts val="1400"/>
              <a:buNone/>
              <a:defRPr sz="1800" b="0" i="0" u="none" strike="noStrike" cap="none">
                <a:solidFill>
                  <a:schemeClr val="dk1"/>
                </a:solidFill>
                <a:latin typeface="Corbel"/>
                <a:ea typeface="Corbel"/>
                <a:cs typeface="Corbel"/>
                <a:sym typeface="Corbel"/>
              </a:defRPr>
            </a:lvl5pPr>
            <a:lvl6pPr marR="0" lvl="5" algn="l" rtl="0">
              <a:spcBef>
                <a:spcPts val="0"/>
              </a:spcBef>
              <a:spcAft>
                <a:spcPts val="0"/>
              </a:spcAft>
              <a:buSzPts val="1400"/>
              <a:buNone/>
              <a:defRPr sz="1800" b="0" i="0" u="none" strike="noStrike" cap="none">
                <a:solidFill>
                  <a:schemeClr val="dk1"/>
                </a:solidFill>
                <a:latin typeface="Corbel"/>
                <a:ea typeface="Corbel"/>
                <a:cs typeface="Corbel"/>
                <a:sym typeface="Corbel"/>
              </a:defRPr>
            </a:lvl6pPr>
            <a:lvl7pPr marR="0" lvl="6" algn="l" rtl="0">
              <a:spcBef>
                <a:spcPts val="0"/>
              </a:spcBef>
              <a:spcAft>
                <a:spcPts val="0"/>
              </a:spcAft>
              <a:buSzPts val="1400"/>
              <a:buNone/>
              <a:defRPr sz="1800" b="0" i="0" u="none" strike="noStrike" cap="none">
                <a:solidFill>
                  <a:schemeClr val="dk1"/>
                </a:solidFill>
                <a:latin typeface="Corbel"/>
                <a:ea typeface="Corbel"/>
                <a:cs typeface="Corbel"/>
                <a:sym typeface="Corbel"/>
              </a:defRPr>
            </a:lvl7pPr>
            <a:lvl8pPr marR="0" lvl="7" algn="l" rtl="0">
              <a:spcBef>
                <a:spcPts val="0"/>
              </a:spcBef>
              <a:spcAft>
                <a:spcPts val="0"/>
              </a:spcAft>
              <a:buSzPts val="1400"/>
              <a:buNone/>
              <a:defRPr sz="1800" b="0" i="0" u="none" strike="noStrike" cap="none">
                <a:solidFill>
                  <a:schemeClr val="dk1"/>
                </a:solidFill>
                <a:latin typeface="Corbel"/>
                <a:ea typeface="Corbel"/>
                <a:cs typeface="Corbel"/>
                <a:sym typeface="Corbel"/>
              </a:defRPr>
            </a:lvl8pPr>
            <a:lvl9pPr marR="0" lvl="8" algn="l" rtl="0">
              <a:spcBef>
                <a:spcPts val="0"/>
              </a:spcBef>
              <a:spcAft>
                <a:spcPts val="0"/>
              </a:spcAft>
              <a:buSzPts val="1400"/>
              <a:buNone/>
              <a:defRPr sz="1800" b="0" i="0" u="none" strike="noStrike" cap="none">
                <a:solidFill>
                  <a:schemeClr val="dk1"/>
                </a:solidFill>
                <a:latin typeface="Corbel"/>
                <a:ea typeface="Corbel"/>
                <a:cs typeface="Corbel"/>
                <a:sym typeface="Corbel"/>
              </a:defRPr>
            </a:lvl9pPr>
          </a:lstStyle>
          <a:p>
            <a:endParaRPr/>
          </a:p>
        </p:txBody>
      </p:sp>
      <p:sp>
        <p:nvSpPr>
          <p:cNvPr id="21" name="Google Shape;21;p70"/>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000" b="0" i="0" u="none" strike="noStrike" cap="none">
                <a:solidFill>
                  <a:schemeClr val="dk1"/>
                </a:solidFill>
                <a:latin typeface="Corbel"/>
                <a:ea typeface="Corbel"/>
                <a:cs typeface="Corbel"/>
                <a:sym typeface="Corbel"/>
              </a:defRPr>
            </a:lvl1pPr>
            <a:lvl2pPr marL="0" marR="0" lvl="1" indent="0" algn="r" rtl="0">
              <a:spcBef>
                <a:spcPts val="0"/>
              </a:spcBef>
              <a:buNone/>
              <a:defRPr sz="1000" b="0" i="0" u="none" strike="noStrike" cap="none">
                <a:solidFill>
                  <a:schemeClr val="dk1"/>
                </a:solidFill>
                <a:latin typeface="Corbel"/>
                <a:ea typeface="Corbel"/>
                <a:cs typeface="Corbel"/>
                <a:sym typeface="Corbel"/>
              </a:defRPr>
            </a:lvl2pPr>
            <a:lvl3pPr marL="0" marR="0" lvl="2" indent="0" algn="r" rtl="0">
              <a:spcBef>
                <a:spcPts val="0"/>
              </a:spcBef>
              <a:buNone/>
              <a:defRPr sz="1000" b="0" i="0" u="none" strike="noStrike" cap="none">
                <a:solidFill>
                  <a:schemeClr val="dk1"/>
                </a:solidFill>
                <a:latin typeface="Corbel"/>
                <a:ea typeface="Corbel"/>
                <a:cs typeface="Corbel"/>
                <a:sym typeface="Corbel"/>
              </a:defRPr>
            </a:lvl3pPr>
            <a:lvl4pPr marL="0" marR="0" lvl="3" indent="0" algn="r" rtl="0">
              <a:spcBef>
                <a:spcPts val="0"/>
              </a:spcBef>
              <a:buNone/>
              <a:defRPr sz="1000" b="0" i="0" u="none" strike="noStrike" cap="none">
                <a:solidFill>
                  <a:schemeClr val="dk1"/>
                </a:solidFill>
                <a:latin typeface="Corbel"/>
                <a:ea typeface="Corbel"/>
                <a:cs typeface="Corbel"/>
                <a:sym typeface="Corbel"/>
              </a:defRPr>
            </a:lvl4pPr>
            <a:lvl5pPr marL="0" marR="0" lvl="4" indent="0" algn="r" rtl="0">
              <a:spcBef>
                <a:spcPts val="0"/>
              </a:spcBef>
              <a:buNone/>
              <a:defRPr sz="1000" b="0" i="0" u="none" strike="noStrike" cap="none">
                <a:solidFill>
                  <a:schemeClr val="dk1"/>
                </a:solidFill>
                <a:latin typeface="Corbel"/>
                <a:ea typeface="Corbel"/>
                <a:cs typeface="Corbel"/>
                <a:sym typeface="Corbel"/>
              </a:defRPr>
            </a:lvl5pPr>
            <a:lvl6pPr marL="0" marR="0" lvl="5" indent="0" algn="r" rtl="0">
              <a:spcBef>
                <a:spcPts val="0"/>
              </a:spcBef>
              <a:buNone/>
              <a:defRPr sz="1000" b="0" i="0" u="none" strike="noStrike" cap="none">
                <a:solidFill>
                  <a:schemeClr val="dk1"/>
                </a:solidFill>
                <a:latin typeface="Corbel"/>
                <a:ea typeface="Corbel"/>
                <a:cs typeface="Corbel"/>
                <a:sym typeface="Corbel"/>
              </a:defRPr>
            </a:lvl6pPr>
            <a:lvl7pPr marL="0" marR="0" lvl="6" indent="0" algn="r" rtl="0">
              <a:spcBef>
                <a:spcPts val="0"/>
              </a:spcBef>
              <a:buNone/>
              <a:defRPr sz="1000" b="0" i="0" u="none" strike="noStrike" cap="none">
                <a:solidFill>
                  <a:schemeClr val="dk1"/>
                </a:solidFill>
                <a:latin typeface="Corbel"/>
                <a:ea typeface="Corbel"/>
                <a:cs typeface="Corbel"/>
                <a:sym typeface="Corbel"/>
              </a:defRPr>
            </a:lvl7pPr>
            <a:lvl8pPr marL="0" marR="0" lvl="7" indent="0" algn="r" rtl="0">
              <a:spcBef>
                <a:spcPts val="0"/>
              </a:spcBef>
              <a:buNone/>
              <a:defRPr sz="1000" b="0" i="0" u="none" strike="noStrike" cap="none">
                <a:solidFill>
                  <a:schemeClr val="dk1"/>
                </a:solidFill>
                <a:latin typeface="Corbel"/>
                <a:ea typeface="Corbel"/>
                <a:cs typeface="Corbel"/>
                <a:sym typeface="Corbel"/>
              </a:defRPr>
            </a:lvl8pPr>
            <a:lvl9pPr marL="0" marR="0" lvl="8" indent="0" algn="r" rtl="0">
              <a:spcBef>
                <a:spcPts val="0"/>
              </a:spcBef>
              <a:buNone/>
              <a:defRPr sz="1000" b="0" i="0" u="none" strike="noStrike" cap="none">
                <a:solidFill>
                  <a:schemeClr val="dk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l-G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8" Type="http://schemas.openxmlformats.org/officeDocument/2006/relationships/hyperlink" Target="https://l.instagram.com/?u=https%3A%2F%2Fwww.geeksforgeeks.org%2Fsoftware-engineering-sdlc-v-model%2F&amp;e=AT2gokVhCzRh6S9xkpdcqCxvp_PrCPBNcx3PegmT88b7IElSBLYrBBayRfPkzCwUjtDnmBOXbZ2fgygpKZM4EGEgrjGmz-jQ1Lqve3WZ2qfnGgWsJF4TOOWQPeEtRXjlMwilX7IGczxXA4sSqwZ90P4" TargetMode="External"/><Relationship Id="rId3" Type="http://schemas.openxmlformats.org/officeDocument/2006/relationships/hyperlink" Target="https://stackify.com/what-is-sdlc/" TargetMode="External"/><Relationship Id="rId7" Type="http://schemas.openxmlformats.org/officeDocument/2006/relationships/hyperlink" Target="https://el.myservername.com/what-is-sdlc-waterfall-model" TargetMode="External"/><Relationship Id="rId12" Type="http://schemas.openxmlformats.org/officeDocument/2006/relationships/hyperlink" Target="https://www.geeksforgeeks.org/software-engineering-prototyping-model/" TargetMode="External"/><Relationship Id="rId2" Type="http://schemas.openxmlformats.org/officeDocument/2006/relationships/notesSlide" Target="../notesSlides/notesSlide61.xml"/><Relationship Id="rId1" Type="http://schemas.openxmlformats.org/officeDocument/2006/relationships/slideLayout" Target="../slideLayouts/slideLayout2.xml"/><Relationship Id="rId6" Type="http://schemas.openxmlformats.org/officeDocument/2006/relationships/hyperlink" Target="https://el.myservername.com/agile-vs-waterfall-which-is-best-methodology" TargetMode="External"/><Relationship Id="rId11" Type="http://schemas.openxmlformats.org/officeDocument/2006/relationships/hyperlink" Target="https://www.javatpoint.com/software-engineering-prototype-model" TargetMode="External"/><Relationship Id="rId5" Type="http://schemas.openxmlformats.org/officeDocument/2006/relationships/hyperlink" Target="https://polynoe.lib.uniwa.gr/xmlui/bitstream/handle/11400/1048/Michos_cse46096.PDF?sequence=1&amp;isAllowed=y" TargetMode="External"/><Relationship Id="rId10" Type="http://schemas.openxmlformats.org/officeDocument/2006/relationships/hyperlink" Target="https://www.codecademy.com/resources/docs/general/software-development-life-cycle/prototype-model" TargetMode="External"/><Relationship Id="rId4" Type="http://schemas.openxmlformats.org/officeDocument/2006/relationships/hyperlink" Target="https://www.researchgate.net/publication/355474498_Genikes_Methodologies_anaptyxes_logismikou_e-book" TargetMode="External"/><Relationship Id="rId9" Type="http://schemas.openxmlformats.org/officeDocument/2006/relationships/hyperlink" Target="https://en.wikipedia.org/wiki/V-model" TargetMode="External"/></Relationships>
</file>

<file path=ppt/slides/_rels/slide62.xml.rels><?xml version="1.0" encoding="UTF-8" standalone="yes"?>
<Relationships xmlns="http://schemas.openxmlformats.org/package/2006/relationships"><Relationship Id="rId8" Type="http://schemas.openxmlformats.org/officeDocument/2006/relationships/hyperlink" Target="https://www.geeksforgeeks.org/rup-and-its-phases/?ref=gcse" TargetMode="External"/><Relationship Id="rId13" Type="http://schemas.openxmlformats.org/officeDocument/2006/relationships/hyperlink" Target="https://tryqa.com/what-is-agile-model-advantages-disadvantages-and-when-to-use-it/" TargetMode="External"/><Relationship Id="rId3" Type="http://schemas.openxmlformats.org/officeDocument/2006/relationships/hyperlink" Target="https://psifiakoskosmos.files.wordpress.com/2009/12/beskoukis1.pdf" TargetMode="External"/><Relationship Id="rId7" Type="http://schemas.openxmlformats.org/officeDocument/2006/relationships/hyperlink" Target="https://en.wikipedia.org/wiki/Rational_unified_process" TargetMode="External"/><Relationship Id="rId12" Type="http://schemas.openxmlformats.org/officeDocument/2006/relationships/hyperlink" Target="https://startinfinity.com/templates/agile-development" TargetMode="External"/><Relationship Id="rId2" Type="http://schemas.openxmlformats.org/officeDocument/2006/relationships/notesSlide" Target="../notesSlides/notesSlide62.xml"/><Relationship Id="rId1" Type="http://schemas.openxmlformats.org/officeDocument/2006/relationships/slideLayout" Target="../slideLayouts/slideLayout2.xml"/><Relationship Id="rId6" Type="http://schemas.openxmlformats.org/officeDocument/2006/relationships/hyperlink" Target="https://www.open.edu/openlearn/science-maths-technology/approaches-software-development/content-section-3.3" TargetMode="External"/><Relationship Id="rId11" Type="http://schemas.openxmlformats.org/officeDocument/2006/relationships/hyperlink" Target="https://www.inflectra.com/Ideas/Whitepaper/Introduction-to-Agile-Development-Methods.aspx" TargetMode="External"/><Relationship Id="rId5" Type="http://schemas.openxmlformats.org/officeDocument/2006/relationships/hyperlink" Target="https://www.simplilearn.com/spiral-model-in-software-engineering-article#what_is_spiral_model_in_software_engineering" TargetMode="External"/><Relationship Id="rId10" Type="http://schemas.openxmlformats.org/officeDocument/2006/relationships/hyperlink" Target="https://activecollab.com/blog/project-management/agile-project-management-advantages-disadvantages" TargetMode="External"/><Relationship Id="rId4" Type="http://schemas.openxmlformats.org/officeDocument/2006/relationships/hyperlink" Target="https://www.geeksforgeeks.org/software-engineering-spiral-model/" TargetMode="External"/><Relationship Id="rId9" Type="http://schemas.openxmlformats.org/officeDocument/2006/relationships/hyperlink" Target="https://www.edrawmind.com/templates/agile-methodology-template.html" TargetMode="External"/><Relationship Id="rId14" Type="http://schemas.openxmlformats.org/officeDocument/2006/relationships/hyperlink" Target="https://agilemodeling.com/essays/introductiontoam.htm" TargetMode="External"/></Relationships>
</file>

<file path=ppt/slides/_rels/slide63.xml.rels><?xml version="1.0" encoding="UTF-8" standalone="yes"?>
<Relationships xmlns="http://schemas.openxmlformats.org/package/2006/relationships"><Relationship Id="rId8" Type="http://schemas.openxmlformats.org/officeDocument/2006/relationships/hyperlink" Target="https://www.simplilearn.com/scrum-project-management-article" TargetMode="External"/><Relationship Id="rId3" Type="http://schemas.openxmlformats.org/officeDocument/2006/relationships/hyperlink" Target="https://www.atlassian.com/devops" TargetMode="External"/><Relationship Id="rId7" Type="http://schemas.openxmlformats.org/officeDocument/2006/relationships/hyperlink" Target="https://clickup.com/blog/workflow-templates/" TargetMode="External"/><Relationship Id="rId12" Type="http://schemas.openxmlformats.org/officeDocument/2006/relationships/hyperlink" Target="https://medium.com/agile-outside-the-box/understanding-scrum-the-scrum-5-3-5-3-3-d8c2553899df" TargetMode="External"/><Relationship Id="rId2" Type="http://schemas.openxmlformats.org/officeDocument/2006/relationships/notesSlide" Target="../notesSlides/notesSlide63.xml"/><Relationship Id="rId1" Type="http://schemas.openxmlformats.org/officeDocument/2006/relationships/slideLayout" Target="../slideLayouts/slideLayout2.xml"/><Relationship Id="rId6" Type="http://schemas.openxmlformats.org/officeDocument/2006/relationships/hyperlink" Target="https://www.simpliaxis.com/resources/devops-pros-and-cons" TargetMode="External"/><Relationship Id="rId11" Type="http://schemas.openxmlformats.org/officeDocument/2006/relationships/hyperlink" Target="https://www.theknowledgeacademy.com/blog/advantages-and-disadvantages-of-scrum/" TargetMode="External"/><Relationship Id="rId5" Type="http://schemas.openxmlformats.org/officeDocument/2006/relationships/hyperlink" Target="https://bigblue.academy/gr/devops" TargetMode="External"/><Relationship Id="rId10" Type="http://schemas.openxmlformats.org/officeDocument/2006/relationships/hyperlink" Target="https://www.slideteam.net/blog/top-10-agile-scrum-framework-templates" TargetMode="External"/><Relationship Id="rId4" Type="http://schemas.openxmlformats.org/officeDocument/2006/relationships/hyperlink" Target="https://aws.amazon.com/devops/what-is-devops/" TargetMode="External"/><Relationship Id="rId9" Type="http://schemas.openxmlformats.org/officeDocument/2006/relationships/hyperlink" Target="https://www.scrum.org/resources/blog/three-pillars-empiricism-scrum" TargetMode="External"/></Relationships>
</file>

<file path=ppt/slides/_rels/slide64.xml.rels><?xml version="1.0" encoding="UTF-8" standalone="yes"?>
<Relationships xmlns="http://schemas.openxmlformats.org/package/2006/relationships"><Relationship Id="rId8" Type="http://schemas.openxmlformats.org/officeDocument/2006/relationships/hyperlink" Target="https://www.geeksforgeeks.org/advantages-and-disadvantages-of-test-driven-development-tdd/?ref=gcse" TargetMode="External"/><Relationship Id="rId3" Type="http://schemas.openxmlformats.org/officeDocument/2006/relationships/hyperlink" Target="https://en.wikipedia.org/wiki/Extreme_programming" TargetMode="External"/><Relationship Id="rId7" Type="http://schemas.openxmlformats.org/officeDocument/2006/relationships/hyperlink" Target="https://simpleprogrammer.com/pros-cons-extreme-programming-xp/?utm_content=cmp-true" TargetMode="External"/><Relationship Id="rId2" Type="http://schemas.openxmlformats.org/officeDocument/2006/relationships/notesSlide" Target="../notesSlides/notesSlide64.xml"/><Relationship Id="rId1" Type="http://schemas.openxmlformats.org/officeDocument/2006/relationships/slideLayout" Target="../slideLayouts/slideLayout2.xml"/><Relationship Id="rId6" Type="http://schemas.openxmlformats.org/officeDocument/2006/relationships/hyperlink" Target="https://hygger.io/blog/disadvantages-and-advantages-of-extreme-programming/" TargetMode="External"/><Relationship Id="rId5" Type="http://schemas.openxmlformats.org/officeDocument/2006/relationships/hyperlink" Target="https://www.nimblework.com/agile/extreme-programming-xp/#elementor-toc__heading-anchor-1" TargetMode="External"/><Relationship Id="rId4" Type="http://schemas.openxmlformats.org/officeDocument/2006/relationships/hyperlink" Target="https://asana.com/resources/extreme-programming-xp" TargetMode="External"/><Relationship Id="rId9" Type="http://schemas.openxmlformats.org/officeDocument/2006/relationships/hyperlink" Target="https://www.geeksforgeeks.org/test-driven-development-tdd/?ref=gcse" TargetMode="External"/></Relationships>
</file>

<file path=ppt/slides/_rels/slide6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
          <p:cNvSpPr txBox="1">
            <a:spLocks noGrp="1"/>
          </p:cNvSpPr>
          <p:nvPr>
            <p:ph type="ctrTitle"/>
          </p:nvPr>
        </p:nvSpPr>
        <p:spPr>
          <a:xfrm>
            <a:off x="3093833" y="2452254"/>
            <a:ext cx="8791575" cy="1664393"/>
          </a:xfrm>
          <a:prstGeom prst="rect">
            <a:avLst/>
          </a:prstGeom>
          <a:noFill/>
          <a:ln>
            <a:noFill/>
          </a:ln>
        </p:spPr>
        <p:txBody>
          <a:bodyPr spcFirstLastPara="1" wrap="square" lIns="91425" tIns="45700" rIns="91425" bIns="45700" anchor="b" anchorCtr="0">
            <a:normAutofit fontScale="90000"/>
          </a:bodyPr>
          <a:lstStyle/>
          <a:p>
            <a:pPr marL="0" lvl="0" indent="0" algn="ctr" rtl="0">
              <a:spcBef>
                <a:spcPts val="0"/>
              </a:spcBef>
              <a:spcAft>
                <a:spcPts val="0"/>
              </a:spcAft>
              <a:buClr>
                <a:srgbClr val="1186C3"/>
              </a:buClr>
              <a:buSzPct val="100000"/>
              <a:buFont typeface="Verdana"/>
              <a:buNone/>
            </a:pPr>
            <a:r>
              <a:rPr lang="en" sz="4400" b="1">
                <a:solidFill>
                  <a:srgbClr val="1186C3"/>
                </a:solidFill>
                <a:latin typeface="Verdana"/>
                <a:ea typeface="Verdana"/>
                <a:cs typeface="Verdana"/>
                <a:sym typeface="Verdana"/>
              </a:rPr>
              <a:t>SOFTWARE QUALITY &amp; RELIABILITY</a:t>
            </a:r>
            <a:r>
              <a:rPr lang="el-GR" sz="4400" b="1">
                <a:solidFill>
                  <a:srgbClr val="1186C3"/>
                </a:solidFill>
                <a:latin typeface="Verdana"/>
                <a:ea typeface="Verdana"/>
                <a:cs typeface="Verdana"/>
                <a:sym typeface="Verdana"/>
              </a:rPr>
              <a:t/>
            </a:r>
            <a:br>
              <a:rPr lang="el-GR" sz="4400" b="1">
                <a:solidFill>
                  <a:srgbClr val="1186C3"/>
                </a:solidFill>
                <a:latin typeface="Verdana"/>
                <a:ea typeface="Verdana"/>
                <a:cs typeface="Verdana"/>
                <a:sym typeface="Verdana"/>
              </a:rPr>
            </a:br>
            <a:r>
              <a:rPr lang="el-GR" sz="4400" b="1">
                <a:latin typeface="Verdana"/>
                <a:ea typeface="Verdana"/>
                <a:cs typeface="Verdana"/>
                <a:sym typeface="Verdana"/>
              </a:rPr>
              <a:t/>
            </a:r>
            <a:br>
              <a:rPr lang="el-GR" sz="4400" b="1">
                <a:latin typeface="Verdana"/>
                <a:ea typeface="Verdana"/>
                <a:cs typeface="Verdana"/>
                <a:sym typeface="Verdana"/>
              </a:rPr>
            </a:br>
            <a:r>
              <a:rPr lang="en" sz="4400" b="1">
                <a:latin typeface="Verdana"/>
                <a:ea typeface="Verdana"/>
                <a:cs typeface="Verdana"/>
                <a:sym typeface="Verdana"/>
              </a:rPr>
              <a:t> </a:t>
            </a:r>
            <a:r>
              <a:rPr lang="el-GR" sz="4400" b="1">
                <a:latin typeface="Verdana"/>
                <a:ea typeface="Verdana"/>
                <a:cs typeface="Verdana"/>
                <a:sym typeface="Verdana"/>
              </a:rPr>
              <a:t/>
            </a:r>
            <a:br>
              <a:rPr lang="el-GR" sz="4400" b="1">
                <a:latin typeface="Verdana"/>
                <a:ea typeface="Verdana"/>
                <a:cs typeface="Verdana"/>
                <a:sym typeface="Verdana"/>
              </a:rPr>
            </a:br>
            <a:r>
              <a:rPr lang="en" sz="4400" b="1">
                <a:latin typeface="Verdana"/>
                <a:ea typeface="Verdana"/>
                <a:cs typeface="Verdana"/>
                <a:sym typeface="Verdana"/>
              </a:rPr>
              <a:t>SOFTWARE LIFE CYCLE MODELS &amp; METHODOLOGIES</a:t>
            </a:r>
            <a:endParaRPr sz="4400" b="1">
              <a:latin typeface="Verdana"/>
              <a:ea typeface="Verdana"/>
              <a:cs typeface="Verdana"/>
              <a:sym typeface="Verdana"/>
            </a:endParaRPr>
          </a:p>
        </p:txBody>
      </p:sp>
      <p:sp>
        <p:nvSpPr>
          <p:cNvPr id="147" name="Google Shape;147;p1"/>
          <p:cNvSpPr txBox="1">
            <a:spLocks noGrp="1"/>
          </p:cNvSpPr>
          <p:nvPr>
            <p:ph type="subTitle" idx="1"/>
          </p:nvPr>
        </p:nvSpPr>
        <p:spPr>
          <a:xfrm>
            <a:off x="4897763" y="4960543"/>
            <a:ext cx="6987645" cy="1388534"/>
          </a:xfrm>
          <a:prstGeom prst="rect">
            <a:avLst/>
          </a:prstGeom>
          <a:noFill/>
          <a:ln>
            <a:noFill/>
          </a:ln>
        </p:spPr>
        <p:txBody>
          <a:bodyPr spcFirstLastPara="1" wrap="square" lIns="91425" tIns="45700" rIns="91425" bIns="45700" anchor="t" anchorCtr="0">
            <a:normAutofit/>
          </a:bodyPr>
          <a:lstStyle/>
          <a:p>
            <a:pPr marL="0" lvl="0" indent="0" algn="r" rtl="0">
              <a:spcBef>
                <a:spcPts val="0"/>
              </a:spcBef>
              <a:spcAft>
                <a:spcPts val="0"/>
              </a:spcAft>
              <a:buSzPts val="2900"/>
              <a:buNone/>
            </a:pPr>
            <a:r>
              <a:rPr lang="en" sz="2000" dirty="0">
                <a:latin typeface="Verdana"/>
                <a:ea typeface="Verdana"/>
                <a:cs typeface="Verdana"/>
                <a:sym typeface="Verdana"/>
              </a:rPr>
              <a:t>ATHANASIOU </a:t>
            </a:r>
            <a:r>
              <a:rPr lang="en" sz="2000" dirty="0" smtClean="0">
                <a:latin typeface="Verdana"/>
                <a:ea typeface="Verdana"/>
                <a:cs typeface="Verdana"/>
                <a:sym typeface="Verdana"/>
              </a:rPr>
              <a:t>VASIL</a:t>
            </a:r>
            <a:r>
              <a:rPr lang="en-US" sz="2000" dirty="0">
                <a:latin typeface="Verdana"/>
                <a:ea typeface="Verdana"/>
                <a:cs typeface="Verdana"/>
                <a:sym typeface="Verdana"/>
              </a:rPr>
              <a:t>E</a:t>
            </a:r>
            <a:r>
              <a:rPr lang="en" sz="2000" dirty="0" smtClean="0">
                <a:latin typeface="Verdana"/>
                <a:ea typeface="Verdana"/>
                <a:cs typeface="Verdana"/>
                <a:sym typeface="Verdana"/>
              </a:rPr>
              <a:t>IOS EVANGELOS </a:t>
            </a:r>
            <a:r>
              <a:rPr lang="en" sz="2000" dirty="0">
                <a:latin typeface="Verdana"/>
                <a:ea typeface="Verdana"/>
                <a:cs typeface="Verdana"/>
                <a:sym typeface="Verdana"/>
              </a:rPr>
              <a:t>– 19390005</a:t>
            </a:r>
            <a:endParaRPr dirty="0"/>
          </a:p>
          <a:p>
            <a:pPr marL="0" lvl="0" indent="0" algn="r" rtl="0">
              <a:spcBef>
                <a:spcPts val="1000"/>
              </a:spcBef>
              <a:spcAft>
                <a:spcPts val="0"/>
              </a:spcAft>
              <a:buSzPts val="2900"/>
              <a:buNone/>
            </a:pPr>
            <a:r>
              <a:rPr lang="en" sz="2000" dirty="0">
                <a:latin typeface="Verdana"/>
                <a:ea typeface="Verdana"/>
                <a:cs typeface="Verdana"/>
                <a:sym typeface="Verdana"/>
              </a:rPr>
              <a:t>OMAR ALHAZ OMAR – 19390010</a:t>
            </a:r>
            <a:endParaRPr dirty="0"/>
          </a:p>
          <a:p>
            <a:pPr marL="0" lvl="0" indent="0" algn="r" rtl="0">
              <a:spcBef>
                <a:spcPts val="1000"/>
              </a:spcBef>
              <a:spcAft>
                <a:spcPts val="0"/>
              </a:spcAft>
              <a:buSzPts val="2900"/>
              <a:buNone/>
            </a:pPr>
            <a:r>
              <a:rPr lang="en" sz="2000" dirty="0">
                <a:latin typeface="Verdana"/>
                <a:ea typeface="Verdana"/>
                <a:cs typeface="Verdana"/>
                <a:sym typeface="Verdana"/>
              </a:rPr>
              <a:t>THEOCHARIS GEORGIOS – 19390283</a:t>
            </a:r>
            <a:endParaRPr sz="2000" dirty="0">
              <a:latin typeface="Verdana"/>
              <a:ea typeface="Verdana"/>
              <a:cs typeface="Verdana"/>
              <a:sym typeface="Verdana"/>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
          <p:cNvSpPr txBox="1">
            <a:spLocks noGrp="1"/>
          </p:cNvSpPr>
          <p:nvPr>
            <p:ph type="title"/>
          </p:nvPr>
        </p:nvSpPr>
        <p:spPr>
          <a:xfrm>
            <a:off x="1484309" y="1"/>
            <a:ext cx="10018713" cy="1305098"/>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n" sz="3000" b="1" dirty="0">
                <a:latin typeface="Verdana"/>
                <a:ea typeface="Verdana"/>
                <a:cs typeface="Verdana"/>
                <a:sym typeface="Verdana"/>
              </a:rPr>
              <a:t>0. GENERAL INTRODUCTION</a:t>
            </a:r>
            <a:endParaRPr sz="3000" b="1" dirty="0">
              <a:latin typeface="Verdana"/>
              <a:ea typeface="Verdana"/>
              <a:cs typeface="Verdana"/>
              <a:sym typeface="Verdana"/>
            </a:endParaRPr>
          </a:p>
        </p:txBody>
      </p:sp>
      <p:sp>
        <p:nvSpPr>
          <p:cNvPr id="153" name="Google Shape;153;p2"/>
          <p:cNvSpPr txBox="1">
            <a:spLocks noGrp="1"/>
          </p:cNvSpPr>
          <p:nvPr>
            <p:ph type="body" idx="1"/>
          </p:nvPr>
        </p:nvSpPr>
        <p:spPr>
          <a:xfrm>
            <a:off x="1484300" y="939350"/>
            <a:ext cx="10018800" cy="53904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SzPts val="2900"/>
              <a:buNone/>
            </a:pPr>
            <a:r>
              <a:rPr lang="en" sz="1600" b="1" dirty="0">
                <a:latin typeface="Verdana"/>
                <a:ea typeface="Verdana"/>
                <a:cs typeface="Verdana"/>
                <a:sym typeface="Verdana"/>
              </a:rPr>
              <a:t>0.1. Software life cycle model</a:t>
            </a:r>
            <a:endParaRPr sz="1600" b="1" dirty="0">
              <a:latin typeface="Verdana"/>
              <a:ea typeface="Verdana"/>
              <a:cs typeface="Verdana"/>
              <a:sym typeface="Verdana"/>
            </a:endParaRPr>
          </a:p>
          <a:p>
            <a:pPr marL="285750" lvl="0" indent="-238379" algn="l" rtl="0">
              <a:spcBef>
                <a:spcPts val="896"/>
              </a:spcBef>
              <a:spcAft>
                <a:spcPts val="0"/>
              </a:spcAft>
              <a:buSzPts val="1400"/>
              <a:buChar char="•"/>
            </a:pPr>
            <a:r>
              <a:rPr lang="en" sz="1400" dirty="0">
                <a:latin typeface="Verdana"/>
                <a:ea typeface="Verdana"/>
                <a:cs typeface="Verdana"/>
                <a:sym typeface="Verdana"/>
              </a:rPr>
              <a:t>Definition </a:t>
            </a:r>
            <a:r>
              <a:rPr lang="en" sz="1400" dirty="0" smtClean="0">
                <a:latin typeface="Verdana"/>
                <a:ea typeface="Verdana"/>
                <a:cs typeface="Verdana"/>
                <a:sym typeface="Wingdings" panose="05000000000000000000" pitchFamily="2" charset="2"/>
              </a:rPr>
              <a:t></a:t>
            </a:r>
            <a:r>
              <a:rPr lang="en" sz="1400" dirty="0" smtClean="0">
                <a:latin typeface="Verdana"/>
                <a:ea typeface="Verdana"/>
                <a:cs typeface="Verdana"/>
                <a:sym typeface="Verdana"/>
              </a:rPr>
              <a:t> </a:t>
            </a:r>
            <a:r>
              <a:rPr lang="en" sz="1400" dirty="0">
                <a:latin typeface="Verdana"/>
                <a:ea typeface="Verdana"/>
                <a:cs typeface="Verdana"/>
                <a:sym typeface="Verdana"/>
              </a:rPr>
              <a:t>Structured framework that describes the stages and activities in software development.</a:t>
            </a:r>
            <a:endParaRPr sz="1400" dirty="0">
              <a:latin typeface="Verdana"/>
              <a:ea typeface="Verdana"/>
              <a:cs typeface="Verdana"/>
              <a:sym typeface="Verdana"/>
            </a:endParaRPr>
          </a:p>
          <a:p>
            <a:pPr marL="285750" lvl="0" indent="-238379">
              <a:spcBef>
                <a:spcPts val="896"/>
              </a:spcBef>
              <a:buSzPts val="1400"/>
            </a:pPr>
            <a:r>
              <a:rPr lang="en" sz="1400" dirty="0">
                <a:latin typeface="Verdana"/>
                <a:ea typeface="Verdana"/>
                <a:cs typeface="Verdana"/>
                <a:sym typeface="Verdana"/>
              </a:rPr>
              <a:t>Operation </a:t>
            </a:r>
            <a:r>
              <a:rPr lang="en" sz="1400" dirty="0">
                <a:latin typeface="Verdana"/>
                <a:ea typeface="Verdana"/>
                <a:cs typeface="Verdana"/>
                <a:sym typeface="Wingdings" panose="05000000000000000000" pitchFamily="2" charset="2"/>
              </a:rPr>
              <a:t></a:t>
            </a:r>
            <a:r>
              <a:rPr lang="en" sz="1400" dirty="0" smtClean="0">
                <a:latin typeface="Verdana"/>
                <a:ea typeface="Verdana"/>
                <a:cs typeface="Verdana"/>
                <a:sym typeface="Verdana"/>
              </a:rPr>
              <a:t> </a:t>
            </a:r>
            <a:r>
              <a:rPr lang="en" sz="1400" dirty="0">
                <a:latin typeface="Verdana"/>
                <a:ea typeface="Verdana"/>
                <a:cs typeface="Verdana"/>
                <a:sym typeface="Verdana"/>
              </a:rPr>
              <a:t>He systematically guides the phases of the project from initiation to completion.</a:t>
            </a:r>
            <a:endParaRPr sz="1400" dirty="0">
              <a:latin typeface="Verdana"/>
              <a:ea typeface="Verdana"/>
              <a:cs typeface="Verdana"/>
              <a:sym typeface="Verdana"/>
            </a:endParaRPr>
          </a:p>
          <a:p>
            <a:pPr marL="0" lvl="0" indent="0" algn="l" rtl="0">
              <a:spcBef>
                <a:spcPts val="970"/>
              </a:spcBef>
              <a:spcAft>
                <a:spcPts val="0"/>
              </a:spcAft>
              <a:buSzPts val="2900"/>
              <a:buNone/>
            </a:pPr>
            <a:r>
              <a:rPr lang="en" sz="1600" b="1" dirty="0">
                <a:latin typeface="Verdana"/>
                <a:ea typeface="Verdana"/>
                <a:cs typeface="Verdana"/>
                <a:sym typeface="Verdana"/>
              </a:rPr>
              <a:t>0.2. Software development methodology</a:t>
            </a:r>
            <a:endParaRPr sz="1600" b="1" dirty="0">
              <a:latin typeface="Verdana"/>
              <a:ea typeface="Verdana"/>
              <a:cs typeface="Verdana"/>
              <a:sym typeface="Verdana"/>
            </a:endParaRPr>
          </a:p>
          <a:p>
            <a:pPr marL="285750" lvl="0" indent="-238379">
              <a:spcBef>
                <a:spcPts val="896"/>
              </a:spcBef>
              <a:buSzPts val="1400"/>
            </a:pPr>
            <a:r>
              <a:rPr lang="en" sz="1400" dirty="0">
                <a:latin typeface="Verdana"/>
                <a:ea typeface="Verdana"/>
                <a:cs typeface="Verdana"/>
                <a:sym typeface="Verdana"/>
              </a:rPr>
              <a:t>Definition </a:t>
            </a:r>
            <a:r>
              <a:rPr lang="en" sz="1400" dirty="0">
                <a:latin typeface="Verdana"/>
                <a:ea typeface="Verdana"/>
                <a:cs typeface="Verdana"/>
                <a:sym typeface="Wingdings" panose="05000000000000000000" pitchFamily="2" charset="2"/>
              </a:rPr>
              <a:t></a:t>
            </a:r>
            <a:r>
              <a:rPr lang="en" sz="1400" dirty="0" smtClean="0">
                <a:latin typeface="Verdana"/>
                <a:ea typeface="Verdana"/>
                <a:cs typeface="Verdana"/>
                <a:sym typeface="Verdana"/>
              </a:rPr>
              <a:t> </a:t>
            </a:r>
            <a:r>
              <a:rPr lang="en" sz="1400" dirty="0">
                <a:latin typeface="Verdana"/>
                <a:ea typeface="Verdana"/>
                <a:cs typeface="Verdana"/>
                <a:sym typeface="Verdana"/>
              </a:rPr>
              <a:t>Set of practices, techniques and procedures for organizing and controlling software development.</a:t>
            </a:r>
            <a:endParaRPr sz="1400" dirty="0"/>
          </a:p>
          <a:p>
            <a:pPr marL="285750" lvl="0" indent="-238379">
              <a:spcBef>
                <a:spcPts val="896"/>
              </a:spcBef>
              <a:buSzPts val="1400"/>
            </a:pPr>
            <a:r>
              <a:rPr lang="en" sz="1400" dirty="0">
                <a:latin typeface="Verdana"/>
                <a:ea typeface="Verdana"/>
                <a:cs typeface="Verdana"/>
                <a:sym typeface="Verdana"/>
              </a:rPr>
              <a:t>Scope </a:t>
            </a:r>
            <a:r>
              <a:rPr lang="en" sz="1400" dirty="0">
                <a:latin typeface="Verdana"/>
                <a:ea typeface="Verdana"/>
                <a:cs typeface="Verdana"/>
                <a:sym typeface="Wingdings" panose="05000000000000000000" pitchFamily="2" charset="2"/>
              </a:rPr>
              <a:t></a:t>
            </a:r>
            <a:r>
              <a:rPr lang="en" sz="1400" dirty="0" smtClean="0">
                <a:latin typeface="Verdana"/>
                <a:ea typeface="Verdana"/>
                <a:cs typeface="Verdana"/>
                <a:sym typeface="Verdana"/>
              </a:rPr>
              <a:t> </a:t>
            </a:r>
            <a:r>
              <a:rPr lang="en" sz="1400" dirty="0">
                <a:latin typeface="Verdana"/>
                <a:ea typeface="Verdana"/>
                <a:cs typeface="Verdana"/>
                <a:sym typeface="Verdana"/>
              </a:rPr>
              <a:t>It includes project management, team collaboration and communication throughout the lifecycle.</a:t>
            </a:r>
            <a:endParaRPr sz="1400" dirty="0"/>
          </a:p>
          <a:p>
            <a:pPr marL="0" lvl="0" indent="0" algn="l" rtl="0">
              <a:spcBef>
                <a:spcPts val="970"/>
              </a:spcBef>
              <a:spcAft>
                <a:spcPts val="0"/>
              </a:spcAft>
              <a:buSzPts val="2900"/>
              <a:buNone/>
            </a:pPr>
            <a:r>
              <a:rPr lang="en" sz="1600" b="1" dirty="0">
                <a:latin typeface="Verdana"/>
                <a:ea typeface="Verdana"/>
                <a:cs typeface="Verdana"/>
                <a:sym typeface="Verdana"/>
              </a:rPr>
              <a:t>0.3 Notifier difference</a:t>
            </a:r>
            <a:endParaRPr sz="1600" dirty="0"/>
          </a:p>
          <a:p>
            <a:pPr marL="285750" lvl="0" indent="-238379">
              <a:spcBef>
                <a:spcPts val="896"/>
              </a:spcBef>
              <a:buSzPts val="1400"/>
            </a:pPr>
            <a:r>
              <a:rPr lang="en" sz="1400" dirty="0">
                <a:latin typeface="Verdana"/>
                <a:ea typeface="Verdana"/>
                <a:cs typeface="Verdana"/>
                <a:sym typeface="Verdana"/>
              </a:rPr>
              <a:t>Life cycle model </a:t>
            </a:r>
            <a:r>
              <a:rPr lang="en" sz="1400" dirty="0">
                <a:latin typeface="Verdana"/>
                <a:ea typeface="Verdana"/>
                <a:cs typeface="Verdana"/>
                <a:sym typeface="Wingdings" panose="05000000000000000000" pitchFamily="2" charset="2"/>
              </a:rPr>
              <a:t></a:t>
            </a:r>
            <a:r>
              <a:rPr lang="en" sz="1400" dirty="0" smtClean="0">
                <a:latin typeface="Verdana"/>
                <a:ea typeface="Verdana"/>
                <a:cs typeface="Verdana"/>
                <a:sym typeface="Verdana"/>
              </a:rPr>
              <a:t> </a:t>
            </a:r>
            <a:r>
              <a:rPr lang="en" sz="1400" dirty="0">
                <a:latin typeface="Verdana"/>
                <a:ea typeface="Verdana"/>
                <a:cs typeface="Verdana"/>
                <a:sym typeface="Verdana"/>
              </a:rPr>
              <a:t>It defines the stages of the project (Requirements Analysis, Software Design, Software Development, Software Evaluation, Software Delivery, Software Maintenance).</a:t>
            </a:r>
            <a:endParaRPr sz="1400" dirty="0"/>
          </a:p>
          <a:p>
            <a:pPr marL="285750" lvl="0" indent="-238379">
              <a:spcBef>
                <a:spcPts val="896"/>
              </a:spcBef>
              <a:buSzPts val="1400"/>
            </a:pPr>
            <a:r>
              <a:rPr lang="en" sz="1400" dirty="0">
                <a:latin typeface="Verdana"/>
                <a:ea typeface="Verdana"/>
                <a:cs typeface="Verdana"/>
                <a:sym typeface="Verdana"/>
              </a:rPr>
              <a:t>Methodology </a:t>
            </a:r>
            <a:r>
              <a:rPr lang="en" sz="1400" dirty="0">
                <a:latin typeface="Verdana"/>
                <a:ea typeface="Verdana"/>
                <a:cs typeface="Verdana"/>
                <a:sym typeface="Wingdings" panose="05000000000000000000" pitchFamily="2" charset="2"/>
              </a:rPr>
              <a:t></a:t>
            </a:r>
            <a:r>
              <a:rPr lang="en" sz="1400" dirty="0" smtClean="0">
                <a:latin typeface="Verdana"/>
                <a:ea typeface="Verdana"/>
                <a:cs typeface="Verdana"/>
                <a:sym typeface="Verdana"/>
              </a:rPr>
              <a:t> </a:t>
            </a:r>
            <a:r>
              <a:rPr lang="en" sz="1400" dirty="0">
                <a:latin typeface="Verdana"/>
                <a:ea typeface="Verdana"/>
                <a:cs typeface="Verdana"/>
                <a:sym typeface="Verdana"/>
              </a:rPr>
              <a:t>It guides the practices and principles during the stages.</a:t>
            </a:r>
            <a:endParaRPr sz="1400" dirty="0"/>
          </a:p>
          <a:p>
            <a:pPr marL="0" lvl="0" indent="0" algn="l" rtl="0">
              <a:spcBef>
                <a:spcPts val="1007"/>
              </a:spcBef>
              <a:spcAft>
                <a:spcPts val="0"/>
              </a:spcAft>
              <a:buSzPts val="3190"/>
              <a:buNone/>
            </a:pPr>
            <a:r>
              <a:rPr lang="en" sz="1600" b="1" dirty="0">
                <a:latin typeface="Verdana"/>
                <a:ea typeface="Verdana"/>
                <a:cs typeface="Verdana"/>
                <a:sym typeface="Verdana"/>
              </a:rPr>
              <a:t>0.4 Ultimate Purpose</a:t>
            </a:r>
            <a:endParaRPr sz="1600" dirty="0"/>
          </a:p>
          <a:p>
            <a:pPr marL="285750" lvl="0" indent="-238379">
              <a:spcBef>
                <a:spcPts val="896"/>
              </a:spcBef>
              <a:buSzPts val="1400"/>
            </a:pPr>
            <a:r>
              <a:rPr lang="en" sz="1400" dirty="0">
                <a:latin typeface="Verdana"/>
                <a:ea typeface="Verdana"/>
                <a:cs typeface="Verdana"/>
                <a:sym typeface="Verdana"/>
              </a:rPr>
              <a:t>Purpose </a:t>
            </a:r>
            <a:r>
              <a:rPr lang="en" sz="1400" dirty="0">
                <a:latin typeface="Verdana"/>
                <a:ea typeface="Verdana"/>
                <a:cs typeface="Verdana"/>
                <a:sym typeface="Wingdings" panose="05000000000000000000" pitchFamily="2" charset="2"/>
              </a:rPr>
              <a:t></a:t>
            </a:r>
            <a:r>
              <a:rPr lang="en" sz="1400" dirty="0" smtClean="0">
                <a:latin typeface="Verdana"/>
                <a:ea typeface="Verdana"/>
                <a:cs typeface="Verdana"/>
                <a:sym typeface="Verdana"/>
              </a:rPr>
              <a:t> </a:t>
            </a:r>
            <a:r>
              <a:rPr lang="en" sz="1400" dirty="0">
                <a:latin typeface="Verdana"/>
                <a:ea typeface="Verdana"/>
                <a:cs typeface="Verdana"/>
                <a:sym typeface="Verdana"/>
              </a:rPr>
              <a:t>It offers a structured framework and guidelines for effective software development.</a:t>
            </a:r>
            <a:endParaRPr sz="1400" dirty="0"/>
          </a:p>
          <a:p>
            <a:pPr marL="285750" lvl="0" indent="-238379">
              <a:spcBef>
                <a:spcPts val="896"/>
              </a:spcBef>
              <a:buSzPts val="1400"/>
            </a:pPr>
            <a:r>
              <a:rPr lang="en" sz="1400" dirty="0">
                <a:latin typeface="Verdana"/>
                <a:ea typeface="Verdana"/>
                <a:cs typeface="Verdana"/>
                <a:sym typeface="Verdana"/>
              </a:rPr>
              <a:t>Examples </a:t>
            </a:r>
            <a:r>
              <a:rPr lang="en" sz="1400" dirty="0">
                <a:latin typeface="Verdana"/>
                <a:ea typeface="Verdana"/>
                <a:cs typeface="Verdana"/>
                <a:sym typeface="Wingdings" panose="05000000000000000000" pitchFamily="2" charset="2"/>
              </a:rPr>
              <a:t></a:t>
            </a:r>
            <a:r>
              <a:rPr lang="en" sz="1400" dirty="0" smtClean="0">
                <a:latin typeface="Verdana"/>
                <a:ea typeface="Verdana"/>
                <a:cs typeface="Verdana"/>
                <a:sym typeface="Verdana"/>
              </a:rPr>
              <a:t> </a:t>
            </a:r>
            <a:r>
              <a:rPr lang="en" sz="1400" dirty="0">
                <a:latin typeface="Verdana"/>
                <a:ea typeface="Verdana"/>
                <a:cs typeface="Verdana"/>
                <a:sym typeface="Verdana"/>
              </a:rPr>
              <a:t>Waterfall, Iterative, Agile (eg Scrum).</a:t>
            </a:r>
            <a:endParaRPr sz="1400" dirty="0">
              <a:latin typeface="Verdana"/>
              <a:ea typeface="Verdana"/>
              <a:cs typeface="Verdana"/>
              <a:sym typeface="Verdana"/>
            </a:endParaRPr>
          </a:p>
        </p:txBody>
      </p:sp>
    </p:spTree>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3"/>
          <p:cNvSpPr txBox="1">
            <a:spLocks noGrp="1"/>
          </p:cNvSpPr>
          <p:nvPr>
            <p:ph type="title"/>
          </p:nvPr>
        </p:nvSpPr>
        <p:spPr>
          <a:xfrm>
            <a:off x="1683815" y="0"/>
            <a:ext cx="10018713" cy="1752599"/>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n" sz="3000" b="1">
                <a:latin typeface="Verdana"/>
                <a:ea typeface="Verdana"/>
                <a:cs typeface="Verdana"/>
                <a:sym typeface="Verdana"/>
              </a:rPr>
              <a:t>1. BASIC MODELS OF SOFTWARE DEVELOPMENT</a:t>
            </a:r>
            <a:endParaRPr sz="3000" b="1">
              <a:latin typeface="Verdana"/>
              <a:ea typeface="Verdana"/>
              <a:cs typeface="Verdana"/>
              <a:sym typeface="Verdana"/>
            </a:endParaRPr>
          </a:p>
        </p:txBody>
      </p:sp>
      <p:sp>
        <p:nvSpPr>
          <p:cNvPr id="159" name="Google Shape;159;p3"/>
          <p:cNvSpPr txBox="1">
            <a:spLocks noGrp="1"/>
          </p:cNvSpPr>
          <p:nvPr>
            <p:ph type="body" idx="1"/>
          </p:nvPr>
        </p:nvSpPr>
        <p:spPr>
          <a:xfrm>
            <a:off x="2057888" y="1587036"/>
            <a:ext cx="10018713" cy="3124201"/>
          </a:xfrm>
          <a:prstGeom prst="rect">
            <a:avLst/>
          </a:prstGeom>
          <a:noFill/>
          <a:ln>
            <a:noFill/>
          </a:ln>
        </p:spPr>
        <p:txBody>
          <a:bodyPr spcFirstLastPara="1" wrap="square" lIns="91425" tIns="45700" rIns="91425" bIns="45700" anchor="ctr" anchorCtr="0">
            <a:normAutofit/>
          </a:bodyPr>
          <a:lstStyle/>
          <a:p>
            <a:pPr marL="285750" lvl="0" indent="-285750" algn="l" rtl="0">
              <a:spcBef>
                <a:spcPts val="0"/>
              </a:spcBef>
              <a:spcAft>
                <a:spcPts val="0"/>
              </a:spcAft>
              <a:buSzPts val="2900"/>
              <a:buChar char="•"/>
            </a:pPr>
            <a:r>
              <a:rPr lang="en" sz="2000">
                <a:latin typeface="Verdana"/>
                <a:ea typeface="Verdana"/>
                <a:cs typeface="Verdana"/>
                <a:sym typeface="Verdana"/>
              </a:rPr>
              <a:t>1.1. The waterfall model</a:t>
            </a:r>
            <a:endParaRPr/>
          </a:p>
          <a:p>
            <a:pPr marL="285750" lvl="0" indent="-285750" algn="l" rtl="0">
              <a:spcBef>
                <a:spcPts val="1000"/>
              </a:spcBef>
              <a:spcAft>
                <a:spcPts val="0"/>
              </a:spcAft>
              <a:buSzPts val="2900"/>
              <a:buChar char="•"/>
            </a:pPr>
            <a:r>
              <a:rPr lang="en" sz="2000">
                <a:latin typeface="Verdana"/>
                <a:ea typeface="Verdana"/>
                <a:cs typeface="Verdana"/>
                <a:sym typeface="Verdana"/>
              </a:rPr>
              <a:t>1.2. The V model</a:t>
            </a:r>
            <a:endParaRPr/>
          </a:p>
          <a:p>
            <a:pPr marL="285750" lvl="0" indent="-285750" algn="l" rtl="0">
              <a:spcBef>
                <a:spcPts val="1000"/>
              </a:spcBef>
              <a:spcAft>
                <a:spcPts val="0"/>
              </a:spcAft>
              <a:buSzPts val="2900"/>
              <a:buChar char="•"/>
            </a:pPr>
            <a:r>
              <a:rPr lang="en" sz="2000">
                <a:latin typeface="Verdana"/>
                <a:ea typeface="Verdana"/>
                <a:cs typeface="Verdana"/>
                <a:sym typeface="Verdana"/>
              </a:rPr>
              <a:t>1.3. The prototyping model</a:t>
            </a:r>
            <a:endParaRPr/>
          </a:p>
          <a:p>
            <a:pPr marL="285750" lvl="0" indent="-285750" algn="l" rtl="0">
              <a:spcBef>
                <a:spcPts val="1000"/>
              </a:spcBef>
              <a:spcAft>
                <a:spcPts val="0"/>
              </a:spcAft>
              <a:buSzPts val="2900"/>
              <a:buChar char="•"/>
            </a:pPr>
            <a:r>
              <a:rPr lang="en" sz="2000">
                <a:latin typeface="Verdana"/>
                <a:ea typeface="Verdana"/>
                <a:cs typeface="Verdana"/>
                <a:sym typeface="Verdana"/>
              </a:rPr>
              <a:t>1.4. The functional augmentation model</a:t>
            </a:r>
            <a:endParaRPr/>
          </a:p>
          <a:p>
            <a:pPr marL="285750" lvl="0" indent="-285750" algn="l" rtl="0">
              <a:spcBef>
                <a:spcPts val="1000"/>
              </a:spcBef>
              <a:spcAft>
                <a:spcPts val="0"/>
              </a:spcAft>
              <a:buSzPts val="2900"/>
              <a:buChar char="•"/>
            </a:pPr>
            <a:r>
              <a:rPr lang="en" sz="2000">
                <a:latin typeface="Verdana"/>
                <a:ea typeface="Verdana"/>
                <a:cs typeface="Verdana"/>
                <a:sym typeface="Verdana"/>
              </a:rPr>
              <a:t>1.5. The spiral model</a:t>
            </a:r>
            <a:endParaRPr sz="2000">
              <a:latin typeface="Verdana"/>
              <a:ea typeface="Verdana"/>
              <a:cs typeface="Verdana"/>
              <a:sym typeface="Verdana"/>
            </a:endParaRPr>
          </a:p>
        </p:txBody>
      </p:sp>
    </p:spTree>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4"/>
          <p:cNvSpPr txBox="1">
            <a:spLocks noGrp="1"/>
          </p:cNvSpPr>
          <p:nvPr>
            <p:ph type="title"/>
          </p:nvPr>
        </p:nvSpPr>
        <p:spPr>
          <a:xfrm>
            <a:off x="2872536" y="266007"/>
            <a:ext cx="7593188" cy="764771"/>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Clr>
                <a:schemeClr val="dk1"/>
              </a:buClr>
              <a:buSzPts val="3000"/>
              <a:buFont typeface="Verdana"/>
              <a:buNone/>
            </a:pPr>
            <a:r>
              <a:rPr lang="en" sz="3000" b="1" dirty="0">
                <a:latin typeface="Verdana"/>
                <a:ea typeface="Verdana"/>
                <a:cs typeface="Verdana"/>
                <a:sym typeface="Verdana"/>
              </a:rPr>
              <a:t>1.1. The waterfall model</a:t>
            </a:r>
            <a:endParaRPr sz="3000" dirty="0">
              <a:latin typeface="Verdana"/>
              <a:ea typeface="Verdana"/>
              <a:cs typeface="Verdana"/>
              <a:sym typeface="Verdana"/>
            </a:endParaRPr>
          </a:p>
        </p:txBody>
      </p:sp>
      <p:sp>
        <p:nvSpPr>
          <p:cNvPr id="166" name="Google Shape;166;p4"/>
          <p:cNvSpPr txBox="1">
            <a:spLocks noGrp="1"/>
          </p:cNvSpPr>
          <p:nvPr>
            <p:ph type="body" idx="2"/>
          </p:nvPr>
        </p:nvSpPr>
        <p:spPr>
          <a:xfrm>
            <a:off x="1285063" y="2002175"/>
            <a:ext cx="3549000" cy="22245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SzPts val="2320"/>
              <a:buNone/>
            </a:pPr>
            <a:r>
              <a:rPr lang="en">
                <a:latin typeface="Verdana"/>
                <a:ea typeface="Verdana"/>
                <a:cs typeface="Verdana"/>
                <a:sym typeface="Verdana"/>
              </a:rPr>
              <a:t>The Waterfall Model is a systematic software development method, following phases such as due diligence, advanced design, planning, testing and maintenance.</a:t>
            </a:r>
            <a:endParaRPr>
              <a:latin typeface="Verdana"/>
              <a:ea typeface="Verdana"/>
              <a:cs typeface="Verdana"/>
              <a:sym typeface="Verdana"/>
            </a:endParaRPr>
          </a:p>
        </p:txBody>
      </p:sp>
      <p:sp>
        <p:nvSpPr>
          <p:cNvPr id="167" name="Google Shape;167;p4"/>
          <p:cNvSpPr txBox="1"/>
          <p:nvPr/>
        </p:nvSpPr>
        <p:spPr>
          <a:xfrm>
            <a:off x="1484310" y="1030778"/>
            <a:ext cx="3150524"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000" b="1" i="0" u="none" strike="noStrike" cap="none" dirty="0">
                <a:solidFill>
                  <a:schemeClr val="dk1"/>
                </a:solidFill>
                <a:latin typeface="Verdana"/>
                <a:ea typeface="Verdana"/>
                <a:cs typeface="Verdana"/>
                <a:sym typeface="Verdana"/>
              </a:rPr>
              <a:t>1.1.1. </a:t>
            </a:r>
            <a:r>
              <a:rPr lang="en" sz="2000" b="1" i="0" u="none" strike="noStrike" cap="none" dirty="0" smtClean="0">
                <a:solidFill>
                  <a:schemeClr val="dk1"/>
                </a:solidFill>
                <a:latin typeface="Verdana"/>
                <a:ea typeface="Verdana"/>
                <a:cs typeface="Verdana"/>
                <a:sym typeface="Verdana"/>
              </a:rPr>
              <a:t>Introduction</a:t>
            </a:r>
            <a:endParaRPr sz="2000" b="1" dirty="0">
              <a:solidFill>
                <a:schemeClr val="dk1"/>
              </a:solidFill>
              <a:latin typeface="Verdana"/>
              <a:ea typeface="Verdana"/>
              <a:cs typeface="Verdana"/>
              <a:sym typeface="Verdana"/>
            </a:endParaRPr>
          </a:p>
        </p:txBody>
      </p:sp>
      <p:sp>
        <p:nvSpPr>
          <p:cNvPr id="2" name="Text Placeholder 1"/>
          <p:cNvSpPr>
            <a:spLocks noGrp="1"/>
          </p:cNvSpPr>
          <p:nvPr>
            <p:ph type="body" idx="1"/>
          </p:nvPr>
        </p:nvSpPr>
        <p:spPr/>
        <p:txBody>
          <a:bodyPr/>
          <a:lstStyle/>
          <a:p>
            <a:endParaRPr lang="en-US"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65897" y="1336341"/>
            <a:ext cx="6633261" cy="4560367"/>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5"/>
          <p:cNvSpPr txBox="1">
            <a:spLocks noGrp="1"/>
          </p:cNvSpPr>
          <p:nvPr>
            <p:ph type="title"/>
          </p:nvPr>
        </p:nvSpPr>
        <p:spPr>
          <a:xfrm>
            <a:off x="1484310" y="1"/>
            <a:ext cx="1001871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n" sz="3000" b="1">
                <a:latin typeface="Verdana"/>
                <a:ea typeface="Verdana"/>
                <a:cs typeface="Verdana"/>
                <a:sym typeface="Verdana"/>
              </a:rPr>
              <a:t>1.1. The waterfall model</a:t>
            </a:r>
            <a:endParaRPr sz="3000" b="1">
              <a:latin typeface="Verdana"/>
              <a:ea typeface="Verdana"/>
              <a:cs typeface="Verdana"/>
              <a:sym typeface="Verdana"/>
            </a:endParaRPr>
          </a:p>
        </p:txBody>
      </p:sp>
      <p:sp>
        <p:nvSpPr>
          <p:cNvPr id="174" name="Google Shape;174;p5"/>
          <p:cNvSpPr txBox="1">
            <a:spLocks noGrp="1"/>
          </p:cNvSpPr>
          <p:nvPr>
            <p:ph type="body" idx="1"/>
          </p:nvPr>
        </p:nvSpPr>
        <p:spPr>
          <a:xfrm>
            <a:off x="1484310" y="2170216"/>
            <a:ext cx="10018713" cy="3124201"/>
          </a:xfrm>
          <a:prstGeom prst="rect">
            <a:avLst/>
          </a:prstGeom>
          <a:noFill/>
          <a:ln>
            <a:noFill/>
          </a:ln>
        </p:spPr>
        <p:txBody>
          <a:bodyPr spcFirstLastPara="1" wrap="square" lIns="91425" tIns="45700" rIns="91425" bIns="45700" anchor="ctr" anchorCtr="0">
            <a:normAutofit/>
          </a:bodyPr>
          <a:lstStyle/>
          <a:p>
            <a:pPr marL="285750" lvl="0" indent="-285750" algn="l" rtl="0">
              <a:spcBef>
                <a:spcPts val="0"/>
              </a:spcBef>
              <a:spcAft>
                <a:spcPts val="0"/>
              </a:spcAft>
              <a:buSzPts val="2320"/>
              <a:buChar char="•"/>
            </a:pPr>
            <a:r>
              <a:rPr lang="en" sz="1600">
                <a:latin typeface="Verdana"/>
                <a:ea typeface="Verdana"/>
                <a:cs typeface="Verdana"/>
                <a:sym typeface="Verdana"/>
              </a:rPr>
              <a:t>Ease of understanding and simplicity.</a:t>
            </a:r>
            <a:endParaRPr/>
          </a:p>
          <a:p>
            <a:pPr marL="285750" lvl="0" indent="-285750" algn="l" rtl="0">
              <a:spcBef>
                <a:spcPts val="920"/>
              </a:spcBef>
              <a:spcAft>
                <a:spcPts val="0"/>
              </a:spcAft>
              <a:buSzPts val="2320"/>
              <a:buChar char="•"/>
            </a:pPr>
            <a:r>
              <a:rPr lang="en" sz="1600">
                <a:latin typeface="Verdana"/>
                <a:ea typeface="Verdana"/>
                <a:cs typeface="Verdana"/>
                <a:sym typeface="Verdana"/>
              </a:rPr>
              <a:t>Dependent schedule and constant communication with the client.</a:t>
            </a:r>
            <a:endParaRPr/>
          </a:p>
          <a:p>
            <a:pPr marL="285750" lvl="0" indent="-285750" algn="l" rtl="0">
              <a:spcBef>
                <a:spcPts val="920"/>
              </a:spcBef>
              <a:spcAft>
                <a:spcPts val="0"/>
              </a:spcAft>
              <a:buSzPts val="2320"/>
              <a:buChar char="•"/>
            </a:pPr>
            <a:r>
              <a:rPr lang="en" sz="1600">
                <a:latin typeface="Verdana"/>
                <a:ea typeface="Verdana"/>
                <a:cs typeface="Verdana"/>
                <a:sym typeface="Verdana"/>
              </a:rPr>
              <a:t>Ideal for fixed requirements and limited scale.</a:t>
            </a:r>
            <a:endParaRPr/>
          </a:p>
          <a:p>
            <a:pPr marL="285750" lvl="0" indent="-64770" algn="l" rtl="0">
              <a:spcBef>
                <a:spcPts val="1080"/>
              </a:spcBef>
              <a:spcAft>
                <a:spcPts val="0"/>
              </a:spcAft>
              <a:buSzPts val="3480"/>
              <a:buNone/>
            </a:pPr>
            <a:endParaRPr>
              <a:latin typeface="Verdana"/>
              <a:ea typeface="Verdana"/>
              <a:cs typeface="Verdana"/>
              <a:sym typeface="Verdana"/>
            </a:endParaRPr>
          </a:p>
        </p:txBody>
      </p:sp>
      <p:sp>
        <p:nvSpPr>
          <p:cNvPr id="175" name="Google Shape;175;p5"/>
          <p:cNvSpPr/>
          <p:nvPr/>
        </p:nvSpPr>
        <p:spPr>
          <a:xfrm>
            <a:off x="1484310" y="1104495"/>
            <a:ext cx="3299301"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000" b="1">
                <a:solidFill>
                  <a:schemeClr val="dk1"/>
                </a:solidFill>
                <a:latin typeface="Verdana"/>
                <a:ea typeface="Verdana"/>
                <a:cs typeface="Verdana"/>
                <a:sym typeface="Verdana"/>
              </a:rPr>
              <a:t>1.1.2. Advantages</a:t>
            </a:r>
            <a:endParaRPr sz="2000" b="1">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6"/>
          <p:cNvSpPr txBox="1">
            <a:spLocks noGrp="1"/>
          </p:cNvSpPr>
          <p:nvPr>
            <p:ph type="title"/>
          </p:nvPr>
        </p:nvSpPr>
        <p:spPr>
          <a:xfrm>
            <a:off x="1484310" y="1"/>
            <a:ext cx="1001871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n" sz="3000" b="1">
                <a:latin typeface="Verdana"/>
                <a:ea typeface="Verdana"/>
                <a:cs typeface="Verdana"/>
                <a:sym typeface="Verdana"/>
              </a:rPr>
              <a:t>1.1. The waterfall model</a:t>
            </a:r>
            <a:endParaRPr sz="3000" b="1">
              <a:latin typeface="Verdana"/>
              <a:ea typeface="Verdana"/>
              <a:cs typeface="Verdana"/>
              <a:sym typeface="Verdana"/>
            </a:endParaRPr>
          </a:p>
        </p:txBody>
      </p:sp>
      <p:sp>
        <p:nvSpPr>
          <p:cNvPr id="181" name="Google Shape;181;p6"/>
          <p:cNvSpPr txBox="1">
            <a:spLocks noGrp="1"/>
          </p:cNvSpPr>
          <p:nvPr>
            <p:ph type="body" idx="1"/>
          </p:nvPr>
        </p:nvSpPr>
        <p:spPr>
          <a:xfrm>
            <a:off x="1484310" y="1940769"/>
            <a:ext cx="10018713" cy="3124201"/>
          </a:xfrm>
          <a:prstGeom prst="rect">
            <a:avLst/>
          </a:prstGeom>
          <a:noFill/>
          <a:ln>
            <a:noFill/>
          </a:ln>
        </p:spPr>
        <p:txBody>
          <a:bodyPr spcFirstLastPara="1" wrap="square" lIns="91425" tIns="45700" rIns="91425" bIns="45700" anchor="ctr" anchorCtr="0">
            <a:normAutofit/>
          </a:bodyPr>
          <a:lstStyle/>
          <a:p>
            <a:pPr marL="285750" lvl="0" indent="-285750" algn="l" rtl="0">
              <a:spcBef>
                <a:spcPts val="0"/>
              </a:spcBef>
              <a:spcAft>
                <a:spcPts val="0"/>
              </a:spcAft>
              <a:buSzPts val="2320"/>
              <a:buChar char="•"/>
            </a:pPr>
            <a:r>
              <a:rPr lang="en" sz="1600">
                <a:latin typeface="Verdana"/>
                <a:ea typeface="Verdana"/>
                <a:cs typeface="Verdana"/>
                <a:sym typeface="Verdana"/>
              </a:rPr>
              <a:t>Limited flexibility to change.</a:t>
            </a:r>
            <a:endParaRPr/>
          </a:p>
          <a:p>
            <a:pPr marL="285750" lvl="0" indent="-285750" algn="l" rtl="0">
              <a:spcBef>
                <a:spcPts val="920"/>
              </a:spcBef>
              <a:spcAft>
                <a:spcPts val="0"/>
              </a:spcAft>
              <a:buSzPts val="2320"/>
              <a:buChar char="•"/>
            </a:pPr>
            <a:r>
              <a:rPr lang="en" sz="1600">
                <a:latin typeface="Verdana"/>
                <a:ea typeface="Verdana"/>
                <a:cs typeface="Verdana"/>
                <a:sym typeface="Verdana"/>
              </a:rPr>
              <a:t>Difficulty in projects with uncertain requirements.</a:t>
            </a:r>
            <a:endParaRPr/>
          </a:p>
          <a:p>
            <a:pPr marL="285750" lvl="0" indent="-285750" algn="l" rtl="0">
              <a:spcBef>
                <a:spcPts val="920"/>
              </a:spcBef>
              <a:spcAft>
                <a:spcPts val="0"/>
              </a:spcAft>
              <a:buSzPts val="2320"/>
              <a:buChar char="•"/>
            </a:pPr>
            <a:r>
              <a:rPr lang="en" sz="1600">
                <a:latin typeface="Verdana"/>
                <a:ea typeface="Verdana"/>
                <a:cs typeface="Verdana"/>
                <a:sym typeface="Verdana"/>
              </a:rPr>
              <a:t>Risk of delay in discovering problems in the last stages.</a:t>
            </a:r>
            <a:endParaRPr/>
          </a:p>
        </p:txBody>
      </p:sp>
      <p:sp>
        <p:nvSpPr>
          <p:cNvPr id="182" name="Google Shape;182;p6"/>
          <p:cNvSpPr/>
          <p:nvPr/>
        </p:nvSpPr>
        <p:spPr>
          <a:xfrm>
            <a:off x="1484310" y="1104495"/>
            <a:ext cx="3249608"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000" b="1">
                <a:solidFill>
                  <a:schemeClr val="dk1"/>
                </a:solidFill>
                <a:latin typeface="Verdana"/>
                <a:ea typeface="Verdana"/>
                <a:cs typeface="Verdana"/>
                <a:sym typeface="Verdana"/>
              </a:rPr>
              <a:t>1.1.3. Disadvantages</a:t>
            </a:r>
            <a:endParaRPr sz="2000" b="1">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7"/>
          <p:cNvSpPr txBox="1">
            <a:spLocks noGrp="1"/>
          </p:cNvSpPr>
          <p:nvPr>
            <p:ph type="title"/>
          </p:nvPr>
        </p:nvSpPr>
        <p:spPr>
          <a:xfrm>
            <a:off x="1484310" y="1"/>
            <a:ext cx="1001871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n" sz="3000" b="1">
                <a:latin typeface="Verdana"/>
                <a:ea typeface="Verdana"/>
                <a:cs typeface="Verdana"/>
                <a:sym typeface="Verdana"/>
              </a:rPr>
              <a:t>1.1. The waterfall model</a:t>
            </a:r>
            <a:endParaRPr sz="3000" b="1">
              <a:latin typeface="Verdana"/>
              <a:ea typeface="Verdana"/>
              <a:cs typeface="Verdana"/>
              <a:sym typeface="Verdana"/>
            </a:endParaRPr>
          </a:p>
        </p:txBody>
      </p:sp>
      <p:sp>
        <p:nvSpPr>
          <p:cNvPr id="188" name="Google Shape;188;p7"/>
          <p:cNvSpPr txBox="1">
            <a:spLocks noGrp="1"/>
          </p:cNvSpPr>
          <p:nvPr>
            <p:ph type="body" idx="1"/>
          </p:nvPr>
        </p:nvSpPr>
        <p:spPr>
          <a:xfrm>
            <a:off x="1426119" y="1844039"/>
            <a:ext cx="10018713" cy="3124201"/>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SzPts val="2320"/>
              <a:buNone/>
            </a:pPr>
            <a:r>
              <a:rPr lang="en" sz="1600">
                <a:latin typeface="Verdana"/>
                <a:ea typeface="Verdana"/>
                <a:cs typeface="Verdana"/>
                <a:sym typeface="Verdana"/>
              </a:rPr>
              <a:t>Despite the drawbacks, the Waterfall Model remains recommended, especially in projects with fixed requirements from the start.</a:t>
            </a:r>
            <a:endParaRPr sz="1600">
              <a:latin typeface="Verdana"/>
              <a:ea typeface="Verdana"/>
              <a:cs typeface="Verdana"/>
              <a:sym typeface="Verdana"/>
            </a:endParaRPr>
          </a:p>
        </p:txBody>
      </p:sp>
      <p:sp>
        <p:nvSpPr>
          <p:cNvPr id="189" name="Google Shape;189;p7"/>
          <p:cNvSpPr/>
          <p:nvPr/>
        </p:nvSpPr>
        <p:spPr>
          <a:xfrm>
            <a:off x="1426119" y="1104495"/>
            <a:ext cx="2223686"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000" b="1">
                <a:solidFill>
                  <a:schemeClr val="dk1"/>
                </a:solidFill>
                <a:latin typeface="Verdana"/>
                <a:ea typeface="Verdana"/>
                <a:cs typeface="Verdana"/>
                <a:sym typeface="Verdana"/>
              </a:rPr>
              <a:t>1.1.4. Summary</a:t>
            </a:r>
            <a:endParaRPr sz="2000" b="1">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8"/>
          <p:cNvSpPr txBox="1">
            <a:spLocks noGrp="1"/>
          </p:cNvSpPr>
          <p:nvPr>
            <p:ph type="title"/>
          </p:nvPr>
        </p:nvSpPr>
        <p:spPr>
          <a:xfrm>
            <a:off x="2390398" y="149629"/>
            <a:ext cx="7593188" cy="764771"/>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Clr>
                <a:schemeClr val="dk1"/>
              </a:buClr>
              <a:buSzPts val="3000"/>
              <a:buFont typeface="Verdana"/>
              <a:buNone/>
            </a:pPr>
            <a:r>
              <a:rPr lang="en" sz="3000" b="1">
                <a:latin typeface="Verdana"/>
                <a:ea typeface="Verdana"/>
                <a:cs typeface="Verdana"/>
                <a:sym typeface="Verdana"/>
              </a:rPr>
              <a:t>1.2. The V model</a:t>
            </a:r>
            <a:endParaRPr sz="3000">
              <a:latin typeface="Verdana"/>
              <a:ea typeface="Verdana"/>
              <a:cs typeface="Verdana"/>
              <a:sym typeface="Verdana"/>
            </a:endParaRPr>
          </a:p>
        </p:txBody>
      </p:sp>
      <p:sp>
        <p:nvSpPr>
          <p:cNvPr id="195" name="Google Shape;195;p8"/>
          <p:cNvSpPr txBox="1">
            <a:spLocks noGrp="1"/>
          </p:cNvSpPr>
          <p:nvPr>
            <p:ph type="body" idx="2"/>
          </p:nvPr>
        </p:nvSpPr>
        <p:spPr>
          <a:xfrm>
            <a:off x="1484310" y="914400"/>
            <a:ext cx="3549121" cy="4987636"/>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SzPts val="2320"/>
              <a:buNone/>
            </a:pPr>
            <a:r>
              <a:rPr lang="en">
                <a:latin typeface="Verdana"/>
                <a:ea typeface="Verdana"/>
                <a:cs typeface="Verdana"/>
                <a:sym typeface="Verdana"/>
              </a:rPr>
              <a:t>The V-Model depicts the software development process as a "V", dividing the process into left and right sides. On the left, there are the development phases, while on the right, the tests to verify the initial analysis.</a:t>
            </a:r>
            <a:endParaRPr>
              <a:latin typeface="Verdana"/>
              <a:ea typeface="Verdana"/>
              <a:cs typeface="Verdana"/>
              <a:sym typeface="Verdana"/>
            </a:endParaRPr>
          </a:p>
          <a:p>
            <a:pPr marL="0" lvl="0" indent="0" algn="l" rtl="0">
              <a:spcBef>
                <a:spcPts val="0"/>
              </a:spcBef>
              <a:spcAft>
                <a:spcPts val="0"/>
              </a:spcAft>
              <a:buSzPts val="2320"/>
              <a:buNone/>
            </a:pPr>
            <a:endParaRPr>
              <a:latin typeface="Verdana"/>
              <a:ea typeface="Verdana"/>
              <a:cs typeface="Verdana"/>
              <a:sym typeface="Verdana"/>
            </a:endParaRPr>
          </a:p>
        </p:txBody>
      </p:sp>
      <p:sp>
        <p:nvSpPr>
          <p:cNvPr id="196" name="Google Shape;196;p8"/>
          <p:cNvSpPr txBox="1"/>
          <p:nvPr/>
        </p:nvSpPr>
        <p:spPr>
          <a:xfrm>
            <a:off x="1484310" y="914400"/>
            <a:ext cx="3150524"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000" b="1" dirty="0">
                <a:solidFill>
                  <a:schemeClr val="dk1"/>
                </a:solidFill>
                <a:latin typeface="Verdana"/>
                <a:ea typeface="Verdana"/>
                <a:cs typeface="Verdana"/>
                <a:sym typeface="Verdana"/>
              </a:rPr>
              <a:t>1.2.1. </a:t>
            </a:r>
            <a:r>
              <a:rPr lang="en" sz="2000" b="1" dirty="0" smtClean="0">
                <a:solidFill>
                  <a:schemeClr val="dk1"/>
                </a:solidFill>
                <a:latin typeface="Verdana"/>
                <a:ea typeface="Verdana"/>
                <a:cs typeface="Verdana"/>
                <a:sym typeface="Verdana"/>
              </a:rPr>
              <a:t>Introduction</a:t>
            </a:r>
            <a:endParaRPr sz="2000" b="1" dirty="0">
              <a:solidFill>
                <a:schemeClr val="dk1"/>
              </a:solidFill>
              <a:latin typeface="Verdana"/>
              <a:ea typeface="Verdana"/>
              <a:cs typeface="Verdana"/>
              <a:sym typeface="Verdana"/>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33431" y="1503484"/>
            <a:ext cx="6864279" cy="4624754"/>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9"/>
          <p:cNvSpPr txBox="1">
            <a:spLocks noGrp="1"/>
          </p:cNvSpPr>
          <p:nvPr>
            <p:ph type="title"/>
          </p:nvPr>
        </p:nvSpPr>
        <p:spPr>
          <a:xfrm>
            <a:off x="1234928" y="41564"/>
            <a:ext cx="1001871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n" sz="3000" b="1">
                <a:latin typeface="Verdana"/>
                <a:ea typeface="Verdana"/>
                <a:cs typeface="Verdana"/>
                <a:sym typeface="Verdana"/>
              </a:rPr>
              <a:t>1.2. The V model</a:t>
            </a:r>
            <a:endParaRPr sz="3000" b="1">
              <a:latin typeface="Verdana"/>
              <a:ea typeface="Verdana"/>
              <a:cs typeface="Verdana"/>
              <a:sym typeface="Verdana"/>
            </a:endParaRPr>
          </a:p>
        </p:txBody>
      </p:sp>
      <p:sp>
        <p:nvSpPr>
          <p:cNvPr id="203" name="Google Shape;203;p9"/>
          <p:cNvSpPr txBox="1">
            <a:spLocks noGrp="1"/>
          </p:cNvSpPr>
          <p:nvPr>
            <p:ph type="body" idx="1"/>
          </p:nvPr>
        </p:nvSpPr>
        <p:spPr>
          <a:xfrm>
            <a:off x="1484310" y="2170216"/>
            <a:ext cx="10018713" cy="3124201"/>
          </a:xfrm>
          <a:prstGeom prst="rect">
            <a:avLst/>
          </a:prstGeom>
          <a:noFill/>
          <a:ln>
            <a:noFill/>
          </a:ln>
        </p:spPr>
        <p:txBody>
          <a:bodyPr spcFirstLastPara="1" wrap="square" lIns="91425" tIns="45700" rIns="91425" bIns="45700" anchor="ctr" anchorCtr="0">
            <a:normAutofit/>
          </a:bodyPr>
          <a:lstStyle/>
          <a:p>
            <a:pPr marL="285750" lvl="0" indent="-285750" algn="l" rtl="0">
              <a:spcBef>
                <a:spcPts val="0"/>
              </a:spcBef>
              <a:spcAft>
                <a:spcPts val="0"/>
              </a:spcAft>
              <a:buSzPts val="2320"/>
              <a:buChar char="•"/>
            </a:pPr>
            <a:r>
              <a:rPr lang="en" sz="1600">
                <a:latin typeface="Verdana"/>
                <a:ea typeface="Verdana"/>
                <a:cs typeface="Verdana"/>
                <a:sym typeface="Verdana"/>
              </a:rPr>
              <a:t>Disciplined and efficient model.</a:t>
            </a:r>
            <a:endParaRPr/>
          </a:p>
          <a:p>
            <a:pPr marL="285750" lvl="0" indent="-285750" algn="l" rtl="0">
              <a:spcBef>
                <a:spcPts val="920"/>
              </a:spcBef>
              <a:spcAft>
                <a:spcPts val="0"/>
              </a:spcAft>
              <a:buSzPts val="2320"/>
              <a:buChar char="•"/>
            </a:pPr>
            <a:r>
              <a:rPr lang="en" sz="1600">
                <a:latin typeface="Verdana"/>
                <a:ea typeface="Verdana"/>
                <a:cs typeface="Verdana"/>
                <a:sym typeface="Verdana"/>
              </a:rPr>
              <a:t>Suitable for projects with clear requirements.</a:t>
            </a:r>
            <a:endParaRPr/>
          </a:p>
          <a:p>
            <a:pPr marL="285750" lvl="0" indent="-285750" algn="l" rtl="0">
              <a:spcBef>
                <a:spcPts val="920"/>
              </a:spcBef>
              <a:spcAft>
                <a:spcPts val="0"/>
              </a:spcAft>
              <a:buSzPts val="2320"/>
              <a:buChar char="•"/>
            </a:pPr>
            <a:r>
              <a:rPr lang="en" sz="1600">
                <a:latin typeface="Verdana"/>
                <a:ea typeface="Verdana"/>
                <a:cs typeface="Verdana"/>
                <a:sym typeface="Verdana"/>
              </a:rPr>
              <a:t>Simple and easy to read.</a:t>
            </a:r>
            <a:endParaRPr/>
          </a:p>
          <a:p>
            <a:pPr marL="285750" lvl="0" indent="-285750" algn="l" rtl="0">
              <a:spcBef>
                <a:spcPts val="920"/>
              </a:spcBef>
              <a:spcAft>
                <a:spcPts val="0"/>
              </a:spcAft>
              <a:buSzPts val="2320"/>
              <a:buChar char="•"/>
            </a:pPr>
            <a:r>
              <a:rPr lang="en" sz="1600">
                <a:latin typeface="Verdana"/>
                <a:ea typeface="Verdana"/>
                <a:cs typeface="Verdana"/>
                <a:sym typeface="Verdana"/>
              </a:rPr>
              <a:t>Focus on verification and validation from the start.</a:t>
            </a:r>
            <a:endParaRPr/>
          </a:p>
          <a:p>
            <a:pPr marL="285750" lvl="0" indent="-285750" algn="l" rtl="0">
              <a:spcBef>
                <a:spcPts val="920"/>
              </a:spcBef>
              <a:spcAft>
                <a:spcPts val="0"/>
              </a:spcAft>
              <a:buSzPts val="2320"/>
              <a:buChar char="•"/>
            </a:pPr>
            <a:r>
              <a:rPr lang="en" sz="1600">
                <a:latin typeface="Verdana"/>
                <a:ea typeface="Verdana"/>
                <a:cs typeface="Verdana"/>
                <a:sym typeface="Verdana"/>
              </a:rPr>
              <a:t>Ability to track progress.</a:t>
            </a:r>
            <a:endParaRPr/>
          </a:p>
          <a:p>
            <a:pPr marL="285750" lvl="0" indent="-138430" algn="l" rtl="0">
              <a:spcBef>
                <a:spcPts val="920"/>
              </a:spcBef>
              <a:spcAft>
                <a:spcPts val="0"/>
              </a:spcAft>
              <a:buSzPts val="2320"/>
              <a:buNone/>
            </a:pPr>
            <a:endParaRPr sz="1600">
              <a:latin typeface="Verdana"/>
              <a:ea typeface="Verdana"/>
              <a:cs typeface="Verdana"/>
              <a:sym typeface="Verdana"/>
            </a:endParaRPr>
          </a:p>
        </p:txBody>
      </p:sp>
      <p:sp>
        <p:nvSpPr>
          <p:cNvPr id="204" name="Google Shape;204;p9"/>
          <p:cNvSpPr/>
          <p:nvPr/>
        </p:nvSpPr>
        <p:spPr>
          <a:xfrm>
            <a:off x="1484310" y="1146058"/>
            <a:ext cx="3299301"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000" b="1">
                <a:solidFill>
                  <a:schemeClr val="dk1"/>
                </a:solidFill>
                <a:latin typeface="Verdana"/>
                <a:ea typeface="Verdana"/>
                <a:cs typeface="Verdana"/>
                <a:sym typeface="Verdana"/>
              </a:rPr>
              <a:t>1.2.2. Advantages</a:t>
            </a:r>
            <a:endParaRPr sz="2000" b="1">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0"/>
          <p:cNvSpPr txBox="1">
            <a:spLocks noGrp="1"/>
          </p:cNvSpPr>
          <p:nvPr>
            <p:ph type="title"/>
          </p:nvPr>
        </p:nvSpPr>
        <p:spPr>
          <a:xfrm>
            <a:off x="1484310" y="1"/>
            <a:ext cx="1001871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n" sz="3000" b="1">
                <a:latin typeface="Verdana"/>
                <a:ea typeface="Verdana"/>
                <a:cs typeface="Verdana"/>
                <a:sym typeface="Verdana"/>
              </a:rPr>
              <a:t>1.2. The V model</a:t>
            </a:r>
            <a:endParaRPr/>
          </a:p>
        </p:txBody>
      </p:sp>
      <p:sp>
        <p:nvSpPr>
          <p:cNvPr id="210" name="Google Shape;210;p10"/>
          <p:cNvSpPr txBox="1">
            <a:spLocks noGrp="1"/>
          </p:cNvSpPr>
          <p:nvPr>
            <p:ph type="body" idx="1"/>
          </p:nvPr>
        </p:nvSpPr>
        <p:spPr>
          <a:xfrm>
            <a:off x="1484310" y="2170216"/>
            <a:ext cx="10018713" cy="3124201"/>
          </a:xfrm>
          <a:prstGeom prst="rect">
            <a:avLst/>
          </a:prstGeom>
          <a:noFill/>
          <a:ln>
            <a:noFill/>
          </a:ln>
        </p:spPr>
        <p:txBody>
          <a:bodyPr spcFirstLastPara="1" wrap="square" lIns="91425" tIns="45700" rIns="91425" bIns="45700" anchor="ctr" anchorCtr="0">
            <a:normAutofit/>
          </a:bodyPr>
          <a:lstStyle/>
          <a:p>
            <a:pPr marL="285750" lvl="0" indent="-285750" algn="l" rtl="0">
              <a:spcBef>
                <a:spcPts val="0"/>
              </a:spcBef>
              <a:spcAft>
                <a:spcPts val="0"/>
              </a:spcAft>
              <a:buSzPts val="2320"/>
              <a:buChar char="•"/>
            </a:pPr>
            <a:r>
              <a:rPr lang="en" sz="1600">
                <a:latin typeface="Verdana"/>
                <a:ea typeface="Verdana"/>
                <a:cs typeface="Verdana"/>
                <a:sym typeface="Verdana"/>
              </a:rPr>
              <a:t>High risk and uncertainty.</a:t>
            </a:r>
            <a:endParaRPr/>
          </a:p>
          <a:p>
            <a:pPr marL="285750" lvl="0" indent="-285750" algn="l" rtl="0">
              <a:spcBef>
                <a:spcPts val="920"/>
              </a:spcBef>
              <a:spcAft>
                <a:spcPts val="0"/>
              </a:spcAft>
              <a:buSzPts val="2320"/>
              <a:buChar char="•"/>
            </a:pPr>
            <a:r>
              <a:rPr lang="en" sz="1600">
                <a:latin typeface="Verdana"/>
                <a:ea typeface="Verdana"/>
                <a:cs typeface="Verdana"/>
                <a:sym typeface="Verdana"/>
              </a:rPr>
              <a:t>Inflexible for projects with uncertain requirements.</a:t>
            </a:r>
            <a:endParaRPr/>
          </a:p>
          <a:p>
            <a:pPr marL="285750" lvl="0" indent="-285750" algn="l" rtl="0">
              <a:spcBef>
                <a:spcPts val="920"/>
              </a:spcBef>
              <a:spcAft>
                <a:spcPts val="0"/>
              </a:spcAft>
              <a:buSzPts val="2320"/>
              <a:buChar char="•"/>
            </a:pPr>
            <a:r>
              <a:rPr lang="en" sz="1600">
                <a:latin typeface="Verdana"/>
                <a:ea typeface="Verdana"/>
                <a:cs typeface="Verdana"/>
                <a:sym typeface="Verdana"/>
              </a:rPr>
              <a:t>It does not support phase repetition.</a:t>
            </a:r>
            <a:endParaRPr/>
          </a:p>
          <a:p>
            <a:pPr marL="285750" lvl="0" indent="-285750" algn="l" rtl="0">
              <a:spcBef>
                <a:spcPts val="920"/>
              </a:spcBef>
              <a:spcAft>
                <a:spcPts val="0"/>
              </a:spcAft>
              <a:buSzPts val="2320"/>
              <a:buChar char="•"/>
            </a:pPr>
            <a:r>
              <a:rPr lang="en" sz="1600">
                <a:latin typeface="Verdana"/>
                <a:ea typeface="Verdana"/>
                <a:cs typeface="Verdana"/>
                <a:sym typeface="Verdana"/>
              </a:rPr>
              <a:t>Difficulty coping with simultaneous events.</a:t>
            </a:r>
            <a:endParaRPr/>
          </a:p>
          <a:p>
            <a:pPr marL="285750" lvl="0" indent="-138430" algn="l" rtl="0">
              <a:spcBef>
                <a:spcPts val="920"/>
              </a:spcBef>
              <a:spcAft>
                <a:spcPts val="0"/>
              </a:spcAft>
              <a:buSzPts val="2320"/>
              <a:buNone/>
            </a:pPr>
            <a:endParaRPr sz="1600">
              <a:latin typeface="Verdana"/>
              <a:ea typeface="Verdana"/>
              <a:cs typeface="Verdana"/>
              <a:sym typeface="Verdana"/>
            </a:endParaRPr>
          </a:p>
        </p:txBody>
      </p:sp>
      <p:sp>
        <p:nvSpPr>
          <p:cNvPr id="211" name="Google Shape;211;p10"/>
          <p:cNvSpPr/>
          <p:nvPr/>
        </p:nvSpPr>
        <p:spPr>
          <a:xfrm>
            <a:off x="1484310" y="1104495"/>
            <a:ext cx="3249608"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000" b="1">
                <a:solidFill>
                  <a:schemeClr val="dk1"/>
                </a:solidFill>
                <a:latin typeface="Verdana"/>
                <a:ea typeface="Verdana"/>
                <a:cs typeface="Verdana"/>
                <a:sym typeface="Verdana"/>
              </a:rPr>
              <a:t>1.2.3. Disadvantages</a:t>
            </a:r>
            <a:endParaRPr sz="2000" b="1">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1"/>
          <p:cNvSpPr txBox="1">
            <a:spLocks noGrp="1"/>
          </p:cNvSpPr>
          <p:nvPr>
            <p:ph type="title"/>
          </p:nvPr>
        </p:nvSpPr>
        <p:spPr>
          <a:xfrm>
            <a:off x="1484310" y="1"/>
            <a:ext cx="1001871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n" sz="3000" b="1">
                <a:latin typeface="Verdana"/>
                <a:ea typeface="Verdana"/>
                <a:cs typeface="Verdana"/>
                <a:sym typeface="Verdana"/>
              </a:rPr>
              <a:t>1.2. The V model</a:t>
            </a:r>
            <a:endParaRPr/>
          </a:p>
        </p:txBody>
      </p:sp>
      <p:sp>
        <p:nvSpPr>
          <p:cNvPr id="217" name="Google Shape;217;p11"/>
          <p:cNvSpPr txBox="1">
            <a:spLocks noGrp="1"/>
          </p:cNvSpPr>
          <p:nvPr>
            <p:ph type="body" idx="1"/>
          </p:nvPr>
        </p:nvSpPr>
        <p:spPr>
          <a:xfrm>
            <a:off x="1484310" y="2170216"/>
            <a:ext cx="10018713" cy="3124201"/>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SzPts val="2320"/>
              <a:buNone/>
            </a:pPr>
            <a:r>
              <a:rPr lang="en" sz="1600">
                <a:latin typeface="Verdana"/>
                <a:ea typeface="Verdana"/>
                <a:cs typeface="Verdana"/>
                <a:sym typeface="Verdana"/>
              </a:rPr>
              <a:t>Although the V-Model is ideal for projects with clear requirements, its inflexibility and difficulty in adapting to changes require caution. Its suitability depends on the type and needs of each project.</a:t>
            </a:r>
            <a:endParaRPr sz="1600">
              <a:latin typeface="Verdana"/>
              <a:ea typeface="Verdana"/>
              <a:cs typeface="Verdana"/>
              <a:sym typeface="Verdana"/>
            </a:endParaRPr>
          </a:p>
        </p:txBody>
      </p:sp>
      <p:sp>
        <p:nvSpPr>
          <p:cNvPr id="218" name="Google Shape;218;p11"/>
          <p:cNvSpPr/>
          <p:nvPr/>
        </p:nvSpPr>
        <p:spPr>
          <a:xfrm>
            <a:off x="1484310" y="1104495"/>
            <a:ext cx="2223686"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000" b="1">
                <a:solidFill>
                  <a:schemeClr val="dk1"/>
                </a:solidFill>
                <a:latin typeface="Verdana"/>
                <a:ea typeface="Verdana"/>
                <a:cs typeface="Verdana"/>
                <a:sym typeface="Verdana"/>
              </a:rPr>
              <a:t>1.2.4. Summary</a:t>
            </a:r>
            <a:endParaRPr sz="2000" b="1">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title"/>
          </p:nvPr>
        </p:nvSpPr>
        <p:spPr>
          <a:xfrm>
            <a:off x="2390398" y="149629"/>
            <a:ext cx="7801006" cy="764771"/>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Clr>
                <a:schemeClr val="dk1"/>
              </a:buClr>
              <a:buSzPts val="3000"/>
              <a:buFont typeface="Verdana"/>
              <a:buNone/>
            </a:pPr>
            <a:r>
              <a:rPr lang="en" sz="3000" b="1">
                <a:latin typeface="Verdana"/>
                <a:ea typeface="Verdana"/>
                <a:cs typeface="Verdana"/>
                <a:sym typeface="Verdana"/>
              </a:rPr>
              <a:t>1.3. The prototyping model</a:t>
            </a:r>
            <a:endParaRPr sz="3000">
              <a:latin typeface="Verdana"/>
              <a:ea typeface="Verdana"/>
              <a:cs typeface="Verdana"/>
              <a:sym typeface="Verdana"/>
            </a:endParaRPr>
          </a:p>
        </p:txBody>
      </p:sp>
      <p:sp>
        <p:nvSpPr>
          <p:cNvPr id="224" name="Google Shape;224;p12"/>
          <p:cNvSpPr txBox="1">
            <a:spLocks noGrp="1"/>
          </p:cNvSpPr>
          <p:nvPr>
            <p:ph type="body" idx="2"/>
          </p:nvPr>
        </p:nvSpPr>
        <p:spPr>
          <a:xfrm>
            <a:off x="1484310" y="914400"/>
            <a:ext cx="3549121" cy="4987636"/>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SzPts val="2320"/>
              <a:buNone/>
            </a:pPr>
            <a:endParaRPr/>
          </a:p>
          <a:p>
            <a:pPr marL="0" lvl="0" indent="0" algn="l" rtl="0">
              <a:spcBef>
                <a:spcPts val="920"/>
              </a:spcBef>
              <a:spcAft>
                <a:spcPts val="0"/>
              </a:spcAft>
              <a:buSzPts val="2320"/>
              <a:buNone/>
            </a:pPr>
            <a:endParaRPr/>
          </a:p>
          <a:p>
            <a:pPr marL="0" lvl="0" indent="0" algn="l" rtl="0">
              <a:spcBef>
                <a:spcPts val="920"/>
              </a:spcBef>
              <a:spcAft>
                <a:spcPts val="0"/>
              </a:spcAft>
              <a:buSzPts val="2320"/>
              <a:buNone/>
            </a:pPr>
            <a:r>
              <a:rPr lang="en">
                <a:latin typeface="Verdana"/>
                <a:ea typeface="Verdana"/>
                <a:cs typeface="Verdana"/>
                <a:sym typeface="Verdana"/>
              </a:rPr>
              <a:t>Prototyping is a software development without specific requirements.</a:t>
            </a:r>
            <a:endParaRPr/>
          </a:p>
          <a:p>
            <a:pPr marL="0" lvl="0" indent="0" algn="l" rtl="0">
              <a:spcBef>
                <a:spcPts val="920"/>
              </a:spcBef>
              <a:spcAft>
                <a:spcPts val="0"/>
              </a:spcAft>
              <a:buSzPts val="2320"/>
              <a:buNone/>
            </a:pPr>
            <a:r>
              <a:rPr lang="en">
                <a:latin typeface="Verdana"/>
                <a:ea typeface="Verdana"/>
                <a:cs typeface="Verdana"/>
                <a:sym typeface="Verdana"/>
              </a:rPr>
              <a:t>It evolves with minimal requirements, customer communication and frequent evaluations.</a:t>
            </a:r>
            <a:endParaRPr/>
          </a:p>
          <a:p>
            <a:pPr marL="0" lvl="0" indent="0" algn="ctr" rtl="0">
              <a:spcBef>
                <a:spcPts val="920"/>
              </a:spcBef>
              <a:spcAft>
                <a:spcPts val="0"/>
              </a:spcAft>
              <a:buSzPts val="2320"/>
              <a:buNone/>
            </a:pPr>
            <a:r>
              <a:rPr lang="el-GR"/>
              <a:t/>
            </a:r>
            <a:br>
              <a:rPr lang="el-GR"/>
            </a:br>
            <a:endParaRPr>
              <a:latin typeface="Verdana"/>
              <a:ea typeface="Verdana"/>
              <a:cs typeface="Verdana"/>
              <a:sym typeface="Verdana"/>
            </a:endParaRPr>
          </a:p>
        </p:txBody>
      </p:sp>
      <p:sp>
        <p:nvSpPr>
          <p:cNvPr id="225" name="Google Shape;225;p12"/>
          <p:cNvSpPr txBox="1"/>
          <p:nvPr/>
        </p:nvSpPr>
        <p:spPr>
          <a:xfrm>
            <a:off x="1484310" y="1134687"/>
            <a:ext cx="3150524"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000" b="1" dirty="0">
                <a:solidFill>
                  <a:schemeClr val="dk1"/>
                </a:solidFill>
                <a:latin typeface="Verdana"/>
                <a:ea typeface="Verdana"/>
                <a:cs typeface="Verdana"/>
                <a:sym typeface="Verdana"/>
              </a:rPr>
              <a:t>1.3.1. </a:t>
            </a:r>
            <a:r>
              <a:rPr lang="en" sz="2000" b="1" dirty="0" smtClean="0">
                <a:solidFill>
                  <a:schemeClr val="dk1"/>
                </a:solidFill>
                <a:latin typeface="Verdana"/>
                <a:ea typeface="Verdana"/>
                <a:cs typeface="Verdana"/>
                <a:sym typeface="Verdana"/>
              </a:rPr>
              <a:t>Introduction</a:t>
            </a:r>
            <a:endParaRPr sz="2000" b="1" dirty="0">
              <a:solidFill>
                <a:schemeClr val="dk1"/>
              </a:solidFill>
              <a:latin typeface="Verdana"/>
              <a:ea typeface="Verdana"/>
              <a:cs typeface="Verdana"/>
              <a:sym typeface="Verdana"/>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49157" y="914400"/>
            <a:ext cx="4762500" cy="571500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15"/>
          <p:cNvSpPr txBox="1">
            <a:spLocks noGrp="1"/>
          </p:cNvSpPr>
          <p:nvPr>
            <p:ph type="title"/>
          </p:nvPr>
        </p:nvSpPr>
        <p:spPr>
          <a:xfrm>
            <a:off x="1484310" y="1"/>
            <a:ext cx="1001871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n" sz="3000" b="1">
                <a:latin typeface="Verdana"/>
                <a:ea typeface="Verdana"/>
                <a:cs typeface="Verdana"/>
                <a:sym typeface="Verdana"/>
              </a:rPr>
              <a:t>1.3. The prototyping model</a:t>
            </a:r>
            <a:endParaRPr sz="3000" b="1">
              <a:latin typeface="Verdana"/>
              <a:ea typeface="Verdana"/>
              <a:cs typeface="Verdana"/>
              <a:sym typeface="Verdana"/>
            </a:endParaRPr>
          </a:p>
        </p:txBody>
      </p:sp>
      <p:sp>
        <p:nvSpPr>
          <p:cNvPr id="239" name="Google Shape;239;p15"/>
          <p:cNvSpPr txBox="1">
            <a:spLocks noGrp="1"/>
          </p:cNvSpPr>
          <p:nvPr>
            <p:ph type="body" idx="1"/>
          </p:nvPr>
        </p:nvSpPr>
        <p:spPr>
          <a:xfrm>
            <a:off x="1484310" y="2170216"/>
            <a:ext cx="10018713" cy="3124201"/>
          </a:xfrm>
          <a:prstGeom prst="rect">
            <a:avLst/>
          </a:prstGeom>
          <a:noFill/>
          <a:ln>
            <a:noFill/>
          </a:ln>
        </p:spPr>
        <p:txBody>
          <a:bodyPr spcFirstLastPara="1" wrap="square" lIns="91425" tIns="45700" rIns="91425" bIns="45700" anchor="ctr" anchorCtr="0">
            <a:normAutofit/>
          </a:bodyPr>
          <a:lstStyle/>
          <a:p>
            <a:pPr marL="285750" lvl="0" indent="-285750">
              <a:spcBef>
                <a:spcPts val="0"/>
              </a:spcBef>
              <a:buSzPts val="2320"/>
            </a:pPr>
            <a:r>
              <a:rPr lang="en" sz="1600" dirty="0">
                <a:latin typeface="Verdana"/>
                <a:ea typeface="Verdana"/>
                <a:cs typeface="Verdana"/>
                <a:sym typeface="Verdana"/>
              </a:rPr>
              <a:t>Quick opinion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Through the collection of requirements and the development plan.</a:t>
            </a:r>
            <a:endParaRPr sz="1600" dirty="0">
              <a:latin typeface="Verdana"/>
              <a:ea typeface="Verdana"/>
              <a:cs typeface="Verdana"/>
              <a:sym typeface="Verdana"/>
            </a:endParaRPr>
          </a:p>
          <a:p>
            <a:pPr marL="285750" lvl="0" indent="-285750">
              <a:spcBef>
                <a:spcPts val="0"/>
              </a:spcBef>
              <a:buSzPts val="2320"/>
            </a:pPr>
            <a:r>
              <a:rPr lang="en" sz="1600" dirty="0">
                <a:latin typeface="Verdana"/>
                <a:ea typeface="Verdana"/>
                <a:cs typeface="Verdana"/>
                <a:sym typeface="Verdana"/>
              </a:rPr>
              <a:t>Fast implementation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Through prototyping.</a:t>
            </a:r>
            <a:endParaRPr sz="1600" dirty="0">
              <a:latin typeface="Verdana"/>
              <a:ea typeface="Verdana"/>
              <a:cs typeface="Verdana"/>
              <a:sym typeface="Verdana"/>
            </a:endParaRPr>
          </a:p>
          <a:p>
            <a:pPr marL="285750" lvl="0" indent="-285750">
              <a:spcBef>
                <a:spcPts val="0"/>
              </a:spcBef>
              <a:buSzPts val="2320"/>
            </a:pPr>
            <a:r>
              <a:rPr lang="en" sz="1600" dirty="0">
                <a:latin typeface="Verdana"/>
                <a:ea typeface="Verdana"/>
                <a:cs typeface="Verdana"/>
                <a:sym typeface="Verdana"/>
              </a:rPr>
              <a:t>Easy to find and fix errors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Through the evaluation of the prototype.</a:t>
            </a:r>
            <a:endParaRPr dirty="0"/>
          </a:p>
          <a:p>
            <a:pPr marL="285750" lvl="0" indent="-285750">
              <a:spcBef>
                <a:spcPts val="0"/>
              </a:spcBef>
              <a:buSzPts val="2320"/>
            </a:pPr>
            <a:r>
              <a:rPr lang="en" sz="1600" dirty="0">
                <a:latin typeface="Verdana"/>
                <a:ea typeface="Verdana"/>
                <a:cs typeface="Verdana"/>
                <a:sym typeface="Verdana"/>
              </a:rPr>
              <a:t>Flexible structure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Through the reconstruction of the original.</a:t>
            </a:r>
            <a:endParaRPr sz="1600" dirty="0">
              <a:latin typeface="Verdana"/>
              <a:ea typeface="Verdana"/>
              <a:cs typeface="Verdana"/>
              <a:sym typeface="Verdana"/>
            </a:endParaRPr>
          </a:p>
          <a:p>
            <a:pPr marL="285750" lvl="0" indent="-285750" algn="l" rtl="0">
              <a:spcBef>
                <a:spcPts val="0"/>
              </a:spcBef>
              <a:spcAft>
                <a:spcPts val="0"/>
              </a:spcAft>
              <a:buSzPts val="2320"/>
              <a:buChar char="•"/>
            </a:pPr>
            <a:r>
              <a:rPr lang="en" sz="1600" dirty="0">
                <a:latin typeface="Verdana"/>
                <a:ea typeface="Verdana"/>
                <a:cs typeface="Verdana"/>
                <a:sym typeface="Verdana"/>
              </a:rPr>
              <a:t>Economic cost of maintenance</a:t>
            </a:r>
            <a:endParaRPr dirty="0"/>
          </a:p>
          <a:p>
            <a:pPr marL="0" lvl="0" indent="0" algn="l" rtl="0">
              <a:spcBef>
                <a:spcPts val="920"/>
              </a:spcBef>
              <a:spcAft>
                <a:spcPts val="0"/>
              </a:spcAft>
              <a:buSzPts val="2320"/>
              <a:buNone/>
            </a:pPr>
            <a:r>
              <a:rPr lang="el-GR" sz="1600" dirty="0">
                <a:latin typeface="Verdana"/>
                <a:ea typeface="Verdana"/>
                <a:cs typeface="Verdana"/>
                <a:sym typeface="Verdana"/>
              </a:rPr>
              <a:t/>
            </a:r>
            <a:br>
              <a:rPr lang="el-GR" sz="1600" dirty="0">
                <a:latin typeface="Verdana"/>
                <a:ea typeface="Verdana"/>
                <a:cs typeface="Verdana"/>
                <a:sym typeface="Verdana"/>
              </a:rPr>
            </a:br>
            <a:endParaRPr sz="1600" dirty="0">
              <a:latin typeface="Verdana"/>
              <a:ea typeface="Verdana"/>
              <a:cs typeface="Verdana"/>
              <a:sym typeface="Verdana"/>
            </a:endParaRPr>
          </a:p>
        </p:txBody>
      </p:sp>
      <p:sp>
        <p:nvSpPr>
          <p:cNvPr id="240" name="Google Shape;240;p15"/>
          <p:cNvSpPr/>
          <p:nvPr/>
        </p:nvSpPr>
        <p:spPr>
          <a:xfrm>
            <a:off x="1484310" y="1104495"/>
            <a:ext cx="3299301"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000" b="1" dirty="0" smtClean="0">
                <a:solidFill>
                  <a:schemeClr val="dk1"/>
                </a:solidFill>
                <a:latin typeface="Verdana"/>
                <a:ea typeface="Verdana"/>
                <a:cs typeface="Verdana"/>
                <a:sym typeface="Verdana"/>
              </a:rPr>
              <a:t>1.3.2. </a:t>
            </a:r>
            <a:r>
              <a:rPr lang="en" sz="2000" b="1" dirty="0">
                <a:solidFill>
                  <a:schemeClr val="dk1"/>
                </a:solidFill>
                <a:latin typeface="Verdana"/>
                <a:ea typeface="Verdana"/>
                <a:cs typeface="Verdana"/>
                <a:sym typeface="Verdana"/>
              </a:rPr>
              <a:t>Advantages</a:t>
            </a:r>
            <a:endParaRPr sz="2000" b="1" dirty="0">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16"/>
          <p:cNvSpPr txBox="1">
            <a:spLocks noGrp="1"/>
          </p:cNvSpPr>
          <p:nvPr>
            <p:ph type="title"/>
          </p:nvPr>
        </p:nvSpPr>
        <p:spPr>
          <a:xfrm>
            <a:off x="1484310" y="1"/>
            <a:ext cx="1001871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n" sz="3000" b="1">
                <a:latin typeface="Verdana"/>
                <a:ea typeface="Verdana"/>
                <a:cs typeface="Verdana"/>
                <a:sym typeface="Verdana"/>
              </a:rPr>
              <a:t>1.3. The prototyping model</a:t>
            </a:r>
            <a:endParaRPr sz="3000" b="1">
              <a:latin typeface="Verdana"/>
              <a:ea typeface="Verdana"/>
              <a:cs typeface="Verdana"/>
              <a:sym typeface="Verdana"/>
            </a:endParaRPr>
          </a:p>
        </p:txBody>
      </p:sp>
      <p:sp>
        <p:nvSpPr>
          <p:cNvPr id="246" name="Google Shape;246;p16"/>
          <p:cNvSpPr txBox="1">
            <a:spLocks noGrp="1"/>
          </p:cNvSpPr>
          <p:nvPr>
            <p:ph type="body" idx="1"/>
          </p:nvPr>
        </p:nvSpPr>
        <p:spPr>
          <a:xfrm>
            <a:off x="1484310" y="2170216"/>
            <a:ext cx="10018713" cy="3124201"/>
          </a:xfrm>
          <a:prstGeom prst="rect">
            <a:avLst/>
          </a:prstGeom>
          <a:noFill/>
          <a:ln>
            <a:noFill/>
          </a:ln>
        </p:spPr>
        <p:txBody>
          <a:bodyPr spcFirstLastPara="1" wrap="square" lIns="91425" tIns="45700" rIns="91425" bIns="45700" anchor="ctr" anchorCtr="0">
            <a:normAutofit/>
          </a:bodyPr>
          <a:lstStyle/>
          <a:p>
            <a:pPr marL="285750" lvl="0" indent="-285750">
              <a:spcBef>
                <a:spcPts val="0"/>
              </a:spcBef>
              <a:buSzPts val="2320"/>
            </a:pPr>
            <a:r>
              <a:rPr lang="en" sz="1600" dirty="0">
                <a:latin typeface="Verdana"/>
                <a:ea typeface="Verdana"/>
                <a:cs typeface="Verdana"/>
                <a:sym typeface="Verdana"/>
              </a:rPr>
              <a:t>Bad Cooperation with the Customer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Changes in requirements create confusion.</a:t>
            </a:r>
            <a:endParaRPr dirty="0"/>
          </a:p>
          <a:p>
            <a:pPr marL="285750" lvl="0" indent="-285750">
              <a:spcBef>
                <a:spcPts val="920"/>
              </a:spcBef>
              <a:buSzPts val="2320"/>
            </a:pPr>
            <a:r>
              <a:rPr lang="en" sz="1600" dirty="0">
                <a:latin typeface="Verdana"/>
                <a:ea typeface="Verdana"/>
                <a:cs typeface="Verdana"/>
                <a:sym typeface="Verdana"/>
              </a:rPr>
              <a:t>Financial Burden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Exact equipment is used for the prototypes.</a:t>
            </a:r>
            <a:endParaRPr dirty="0"/>
          </a:p>
          <a:p>
            <a:pPr marL="285750" lvl="0" indent="-285750">
              <a:spcBef>
                <a:spcPts val="920"/>
              </a:spcBef>
              <a:buSzPts val="2320"/>
            </a:pPr>
            <a:r>
              <a:rPr lang="en" sz="1600" dirty="0">
                <a:latin typeface="Verdana"/>
                <a:ea typeface="Verdana"/>
                <a:cs typeface="Verdana"/>
                <a:sym typeface="Verdana"/>
              </a:rPr>
              <a:t>Time consuming Process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Prototyping delays the final project.</a:t>
            </a:r>
            <a:endParaRPr dirty="0"/>
          </a:p>
          <a:p>
            <a:pPr marL="285750" lvl="0" indent="-285750">
              <a:spcBef>
                <a:spcPts val="920"/>
              </a:spcBef>
              <a:buSzPts val="2320"/>
            </a:pPr>
            <a:r>
              <a:rPr lang="en" sz="1600" dirty="0">
                <a:latin typeface="Verdana"/>
                <a:ea typeface="Verdana"/>
                <a:cs typeface="Verdana"/>
                <a:sym typeface="Verdana"/>
              </a:rPr>
              <a:t>Distraction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The development team is detached from the main project.</a:t>
            </a:r>
            <a:endParaRPr dirty="0"/>
          </a:p>
          <a:p>
            <a:pPr marL="285750" lvl="0" indent="-285750">
              <a:spcBef>
                <a:spcPts val="920"/>
              </a:spcBef>
              <a:buSzPts val="2320"/>
            </a:pPr>
            <a:r>
              <a:rPr lang="en" sz="1600" dirty="0">
                <a:latin typeface="Verdana"/>
                <a:ea typeface="Verdana"/>
                <a:cs typeface="Verdana"/>
                <a:sym typeface="Verdana"/>
              </a:rPr>
              <a:t>Extended Haste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Pressure to complete quickly leads to failure.</a:t>
            </a:r>
            <a:endParaRPr dirty="0"/>
          </a:p>
          <a:p>
            <a:pPr marL="285750" lvl="0" indent="-285750">
              <a:spcBef>
                <a:spcPts val="920"/>
              </a:spcBef>
              <a:buSzPts val="2320"/>
            </a:pPr>
            <a:r>
              <a:rPr lang="en" sz="1600" dirty="0">
                <a:latin typeface="Verdana"/>
                <a:ea typeface="Verdana"/>
                <a:cs typeface="Verdana"/>
                <a:sym typeface="Verdana"/>
              </a:rPr>
              <a:t>Small Project Size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The final result may not fully satisfy the customer's requirements.</a:t>
            </a:r>
            <a:endParaRPr dirty="0"/>
          </a:p>
          <a:p>
            <a:pPr marL="0" lvl="0" indent="0" algn="l" rtl="0">
              <a:spcBef>
                <a:spcPts val="920"/>
              </a:spcBef>
              <a:spcAft>
                <a:spcPts val="0"/>
              </a:spcAft>
              <a:buSzPts val="2320"/>
              <a:buNone/>
            </a:pPr>
            <a:endParaRPr sz="1600" dirty="0">
              <a:latin typeface="Verdana"/>
              <a:ea typeface="Verdana"/>
              <a:cs typeface="Verdana"/>
              <a:sym typeface="Verdana"/>
            </a:endParaRPr>
          </a:p>
        </p:txBody>
      </p:sp>
      <p:sp>
        <p:nvSpPr>
          <p:cNvPr id="247" name="Google Shape;247;p16"/>
          <p:cNvSpPr/>
          <p:nvPr/>
        </p:nvSpPr>
        <p:spPr>
          <a:xfrm>
            <a:off x="1484310" y="1104495"/>
            <a:ext cx="3249608"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000" b="1" dirty="0" smtClean="0">
                <a:solidFill>
                  <a:schemeClr val="dk1"/>
                </a:solidFill>
                <a:latin typeface="Verdana"/>
                <a:ea typeface="Verdana"/>
                <a:cs typeface="Verdana"/>
                <a:sym typeface="Verdana"/>
              </a:rPr>
              <a:t>1.3.3. </a:t>
            </a:r>
            <a:r>
              <a:rPr lang="en" sz="2000" b="1" dirty="0">
                <a:solidFill>
                  <a:schemeClr val="dk1"/>
                </a:solidFill>
                <a:latin typeface="Verdana"/>
                <a:ea typeface="Verdana"/>
                <a:cs typeface="Verdana"/>
                <a:sym typeface="Verdana"/>
              </a:rPr>
              <a:t>Disadvantages</a:t>
            </a:r>
            <a:endParaRPr sz="2000" b="1" dirty="0">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17"/>
          <p:cNvSpPr txBox="1">
            <a:spLocks noGrp="1"/>
          </p:cNvSpPr>
          <p:nvPr>
            <p:ph type="title"/>
          </p:nvPr>
        </p:nvSpPr>
        <p:spPr>
          <a:xfrm>
            <a:off x="1484310" y="1"/>
            <a:ext cx="1001871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n" sz="3000" b="1">
                <a:latin typeface="Verdana"/>
                <a:ea typeface="Verdana"/>
                <a:cs typeface="Verdana"/>
                <a:sym typeface="Verdana"/>
              </a:rPr>
              <a:t>1.3. The prototyping model</a:t>
            </a:r>
            <a:endParaRPr sz="3000" b="1">
              <a:latin typeface="Verdana"/>
              <a:ea typeface="Verdana"/>
              <a:cs typeface="Verdana"/>
              <a:sym typeface="Verdana"/>
            </a:endParaRPr>
          </a:p>
        </p:txBody>
      </p:sp>
      <p:sp>
        <p:nvSpPr>
          <p:cNvPr id="253" name="Google Shape;253;p17"/>
          <p:cNvSpPr txBox="1">
            <a:spLocks noGrp="1"/>
          </p:cNvSpPr>
          <p:nvPr>
            <p:ph type="body" idx="1"/>
          </p:nvPr>
        </p:nvSpPr>
        <p:spPr>
          <a:xfrm>
            <a:off x="1484310" y="2170216"/>
            <a:ext cx="10018713" cy="3124201"/>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SzPts val="2320"/>
              <a:buNone/>
            </a:pPr>
            <a:r>
              <a:rPr lang="en" sz="1600" dirty="0">
                <a:latin typeface="Verdana"/>
                <a:ea typeface="Verdana"/>
                <a:cs typeface="Verdana"/>
                <a:sym typeface="Verdana"/>
              </a:rPr>
              <a:t>Prototyping is ideal for projects with vague requirements, but attention to potential collaboration and cost issues is essential.</a:t>
            </a:r>
            <a:endParaRPr sz="1600" dirty="0">
              <a:latin typeface="Verdana"/>
              <a:ea typeface="Verdana"/>
              <a:cs typeface="Verdana"/>
              <a:sym typeface="Verdana"/>
            </a:endParaRPr>
          </a:p>
        </p:txBody>
      </p:sp>
      <p:sp>
        <p:nvSpPr>
          <p:cNvPr id="254" name="Google Shape;254;p17"/>
          <p:cNvSpPr/>
          <p:nvPr/>
        </p:nvSpPr>
        <p:spPr>
          <a:xfrm>
            <a:off x="1484310" y="1104495"/>
            <a:ext cx="2223686"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000" b="1" dirty="0" smtClean="0">
                <a:solidFill>
                  <a:schemeClr val="dk1"/>
                </a:solidFill>
                <a:latin typeface="Verdana"/>
                <a:ea typeface="Verdana"/>
                <a:cs typeface="Verdana"/>
                <a:sym typeface="Verdana"/>
              </a:rPr>
              <a:t>1.3.4. </a:t>
            </a:r>
            <a:r>
              <a:rPr lang="en" sz="2000" b="1" dirty="0">
                <a:solidFill>
                  <a:schemeClr val="dk1"/>
                </a:solidFill>
                <a:latin typeface="Verdana"/>
                <a:ea typeface="Verdana"/>
                <a:cs typeface="Verdana"/>
                <a:sym typeface="Verdana"/>
              </a:rPr>
              <a:t>Summary</a:t>
            </a:r>
            <a:endParaRPr sz="2000" b="1" dirty="0">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18"/>
          <p:cNvSpPr txBox="1">
            <a:spLocks noGrp="1"/>
          </p:cNvSpPr>
          <p:nvPr>
            <p:ph type="title"/>
          </p:nvPr>
        </p:nvSpPr>
        <p:spPr>
          <a:xfrm>
            <a:off x="2003367" y="149629"/>
            <a:ext cx="9144000" cy="764771"/>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Clr>
                <a:schemeClr val="dk1"/>
              </a:buClr>
              <a:buSzPts val="3000"/>
              <a:buFont typeface="Verdana"/>
              <a:buNone/>
            </a:pPr>
            <a:r>
              <a:rPr lang="en" sz="3000" b="1">
                <a:latin typeface="Verdana"/>
                <a:ea typeface="Verdana"/>
                <a:cs typeface="Verdana"/>
                <a:sym typeface="Verdana"/>
              </a:rPr>
              <a:t>1.4. The functional augmentation model</a:t>
            </a:r>
            <a:endParaRPr sz="3000">
              <a:latin typeface="Verdana"/>
              <a:ea typeface="Verdana"/>
              <a:cs typeface="Verdana"/>
              <a:sym typeface="Verdana"/>
            </a:endParaRPr>
          </a:p>
        </p:txBody>
      </p:sp>
      <p:sp>
        <p:nvSpPr>
          <p:cNvPr id="260" name="Google Shape;260;p18"/>
          <p:cNvSpPr txBox="1">
            <a:spLocks noGrp="1"/>
          </p:cNvSpPr>
          <p:nvPr>
            <p:ph type="body" idx="2"/>
          </p:nvPr>
        </p:nvSpPr>
        <p:spPr>
          <a:xfrm>
            <a:off x="1484310" y="914400"/>
            <a:ext cx="3549121" cy="4987636"/>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SzPts val="2320"/>
              <a:buNone/>
            </a:pPr>
            <a:r>
              <a:rPr lang="en">
                <a:latin typeface="Verdana"/>
                <a:ea typeface="Verdana"/>
                <a:cs typeface="Verdana"/>
                <a:sym typeface="Verdana"/>
              </a:rPr>
              <a:t>The functional augmentation model combines the sequential development of the waterfall model with the segmented development of the prototyping model.</a:t>
            </a:r>
            <a:endParaRPr>
              <a:latin typeface="Verdana"/>
              <a:ea typeface="Verdana"/>
              <a:cs typeface="Verdana"/>
              <a:sym typeface="Verdana"/>
            </a:endParaRPr>
          </a:p>
          <a:p>
            <a:pPr marL="0" lvl="0" indent="0" algn="l" rtl="0">
              <a:spcBef>
                <a:spcPts val="0"/>
              </a:spcBef>
              <a:spcAft>
                <a:spcPts val="0"/>
              </a:spcAft>
              <a:buSzPts val="2320"/>
              <a:buNone/>
            </a:pPr>
            <a:r>
              <a:rPr lang="en">
                <a:latin typeface="Verdana"/>
                <a:ea typeface="Verdana"/>
                <a:cs typeface="Verdana"/>
                <a:sym typeface="Verdana"/>
              </a:rPr>
              <a:t>The central idea is to structure the software into independently developed parts. Each section follows a sequential development, similar to the waterfall model.</a:t>
            </a:r>
            <a:endParaRPr>
              <a:latin typeface="Verdana"/>
              <a:ea typeface="Verdana"/>
              <a:cs typeface="Verdana"/>
              <a:sym typeface="Verdana"/>
            </a:endParaRPr>
          </a:p>
        </p:txBody>
      </p:sp>
      <p:sp>
        <p:nvSpPr>
          <p:cNvPr id="261" name="Google Shape;261;p18"/>
          <p:cNvSpPr txBox="1"/>
          <p:nvPr/>
        </p:nvSpPr>
        <p:spPr>
          <a:xfrm>
            <a:off x="1484310" y="1134687"/>
            <a:ext cx="3150524"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000" b="1" dirty="0">
                <a:solidFill>
                  <a:schemeClr val="dk1"/>
                </a:solidFill>
                <a:latin typeface="Verdana"/>
                <a:ea typeface="Verdana"/>
                <a:cs typeface="Verdana"/>
                <a:sym typeface="Verdana"/>
              </a:rPr>
              <a:t>1.4.1. </a:t>
            </a:r>
            <a:r>
              <a:rPr lang="en" sz="2000" b="1" dirty="0" smtClean="0">
                <a:solidFill>
                  <a:schemeClr val="dk1"/>
                </a:solidFill>
                <a:latin typeface="Verdana"/>
                <a:ea typeface="Verdana"/>
                <a:cs typeface="Verdana"/>
                <a:sym typeface="Verdana"/>
              </a:rPr>
              <a:t>Introduction</a:t>
            </a:r>
            <a:endParaRPr sz="2000" b="1" dirty="0">
              <a:solidFill>
                <a:schemeClr val="dk1"/>
              </a:solidFill>
              <a:latin typeface="Verdana"/>
              <a:ea typeface="Verdana"/>
              <a:cs typeface="Verdana"/>
              <a:sym typeface="Verdana"/>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33431" y="1679171"/>
            <a:ext cx="6668108" cy="3917782"/>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19"/>
          <p:cNvSpPr txBox="1">
            <a:spLocks noGrp="1"/>
          </p:cNvSpPr>
          <p:nvPr>
            <p:ph type="title"/>
          </p:nvPr>
        </p:nvSpPr>
        <p:spPr>
          <a:xfrm>
            <a:off x="1484310" y="1"/>
            <a:ext cx="1001871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n" sz="3000" b="1">
                <a:latin typeface="Verdana"/>
                <a:ea typeface="Verdana"/>
                <a:cs typeface="Verdana"/>
                <a:sym typeface="Verdana"/>
              </a:rPr>
              <a:t>1.4. The functional augmentation model</a:t>
            </a:r>
            <a:endParaRPr sz="3000" b="1">
              <a:latin typeface="Verdana"/>
              <a:ea typeface="Verdana"/>
              <a:cs typeface="Verdana"/>
              <a:sym typeface="Verdana"/>
            </a:endParaRPr>
          </a:p>
        </p:txBody>
      </p:sp>
      <p:sp>
        <p:nvSpPr>
          <p:cNvPr id="268" name="Google Shape;268;p19"/>
          <p:cNvSpPr txBox="1">
            <a:spLocks noGrp="1"/>
          </p:cNvSpPr>
          <p:nvPr>
            <p:ph type="body" idx="1"/>
          </p:nvPr>
        </p:nvSpPr>
        <p:spPr>
          <a:xfrm>
            <a:off x="1484310" y="2170216"/>
            <a:ext cx="10018713" cy="3124201"/>
          </a:xfrm>
          <a:prstGeom prst="rect">
            <a:avLst/>
          </a:prstGeom>
          <a:noFill/>
          <a:ln>
            <a:noFill/>
          </a:ln>
        </p:spPr>
        <p:txBody>
          <a:bodyPr spcFirstLastPara="1" wrap="square" lIns="91425" tIns="45700" rIns="91425" bIns="45700" anchor="ctr" anchorCtr="0">
            <a:normAutofit/>
          </a:bodyPr>
          <a:lstStyle/>
          <a:p>
            <a:pPr marL="285750" lvl="0" indent="-285750">
              <a:spcBef>
                <a:spcPts val="0"/>
              </a:spcBef>
              <a:buSzPts val="2320"/>
            </a:pPr>
            <a:r>
              <a:rPr lang="en" sz="1600" dirty="0">
                <a:latin typeface="Verdana"/>
                <a:ea typeface="Verdana"/>
                <a:cs typeface="Verdana"/>
                <a:sym typeface="Verdana"/>
              </a:rPr>
              <a:t>Possibility of Parallel Development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Develop multiple departments simultaneously.</a:t>
            </a:r>
            <a:endParaRPr dirty="0"/>
          </a:p>
          <a:p>
            <a:pPr marL="285750" lvl="0" indent="-285750">
              <a:spcBef>
                <a:spcPts val="920"/>
              </a:spcBef>
              <a:buSzPts val="2320"/>
            </a:pPr>
            <a:r>
              <a:rPr lang="en" sz="1600" dirty="0">
                <a:latin typeface="Verdana"/>
                <a:ea typeface="Verdana"/>
                <a:cs typeface="Verdana"/>
                <a:sym typeface="Verdana"/>
              </a:rPr>
              <a:t>Gradual Upgrade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Incremental strengthening of functions in stages.</a:t>
            </a:r>
            <a:endParaRPr dirty="0"/>
          </a:p>
          <a:p>
            <a:pPr marL="285750" lvl="0" indent="-285750">
              <a:spcBef>
                <a:spcPts val="920"/>
              </a:spcBef>
              <a:buSzPts val="2320"/>
            </a:pPr>
            <a:r>
              <a:rPr lang="en" sz="1600" dirty="0">
                <a:latin typeface="Verdana"/>
                <a:ea typeface="Verdana"/>
                <a:cs typeface="Verdana"/>
                <a:sym typeface="Verdana"/>
              </a:rPr>
              <a:t>Ease of Error Correction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Facilitates error detection and correction.</a:t>
            </a:r>
            <a:endParaRPr dirty="0"/>
          </a:p>
        </p:txBody>
      </p:sp>
      <p:sp>
        <p:nvSpPr>
          <p:cNvPr id="269" name="Google Shape;269;p19"/>
          <p:cNvSpPr/>
          <p:nvPr/>
        </p:nvSpPr>
        <p:spPr>
          <a:xfrm>
            <a:off x="1484310" y="1104495"/>
            <a:ext cx="3299301"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000" b="1">
                <a:solidFill>
                  <a:schemeClr val="dk1"/>
                </a:solidFill>
                <a:latin typeface="Verdana"/>
                <a:ea typeface="Verdana"/>
                <a:cs typeface="Verdana"/>
                <a:sym typeface="Verdana"/>
              </a:rPr>
              <a:t>1.4.2. Advantages</a:t>
            </a:r>
            <a:endParaRPr sz="2000" b="1">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20"/>
          <p:cNvSpPr txBox="1">
            <a:spLocks noGrp="1"/>
          </p:cNvSpPr>
          <p:nvPr>
            <p:ph type="title"/>
          </p:nvPr>
        </p:nvSpPr>
        <p:spPr>
          <a:xfrm>
            <a:off x="1484310" y="1"/>
            <a:ext cx="1001871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n" sz="3000" b="1">
                <a:latin typeface="Verdana"/>
                <a:ea typeface="Verdana"/>
                <a:cs typeface="Verdana"/>
                <a:sym typeface="Verdana"/>
              </a:rPr>
              <a:t>1.4. The functional augmentation model</a:t>
            </a:r>
            <a:endParaRPr sz="3000" b="1">
              <a:latin typeface="Verdana"/>
              <a:ea typeface="Verdana"/>
              <a:cs typeface="Verdana"/>
              <a:sym typeface="Verdana"/>
            </a:endParaRPr>
          </a:p>
        </p:txBody>
      </p:sp>
      <p:sp>
        <p:nvSpPr>
          <p:cNvPr id="275" name="Google Shape;275;p20"/>
          <p:cNvSpPr txBox="1">
            <a:spLocks noGrp="1"/>
          </p:cNvSpPr>
          <p:nvPr>
            <p:ph type="body" idx="1"/>
          </p:nvPr>
        </p:nvSpPr>
        <p:spPr>
          <a:xfrm>
            <a:off x="1484300" y="2170225"/>
            <a:ext cx="10170300" cy="3124200"/>
          </a:xfrm>
          <a:prstGeom prst="rect">
            <a:avLst/>
          </a:prstGeom>
          <a:noFill/>
          <a:ln>
            <a:noFill/>
          </a:ln>
        </p:spPr>
        <p:txBody>
          <a:bodyPr spcFirstLastPara="1" wrap="square" lIns="91425" tIns="45700" rIns="91425" bIns="45700" anchor="ctr" anchorCtr="0">
            <a:normAutofit/>
          </a:bodyPr>
          <a:lstStyle/>
          <a:p>
            <a:pPr marL="285750" lvl="0" indent="-285750">
              <a:spcBef>
                <a:spcPts val="0"/>
              </a:spcBef>
              <a:buSzPts val="2320"/>
            </a:pPr>
            <a:r>
              <a:rPr lang="en" sz="1600" dirty="0">
                <a:latin typeface="Verdana"/>
                <a:ea typeface="Verdana"/>
                <a:cs typeface="Verdana"/>
                <a:sym typeface="Verdana"/>
              </a:rPr>
              <a:t>Meaning of Initial </a:t>
            </a:r>
            <a:r>
              <a:rPr lang="en" sz="1600" dirty="0" smtClean="0">
                <a:latin typeface="Verdana"/>
                <a:ea typeface="Verdana"/>
                <a:cs typeface="Verdana"/>
                <a:sym typeface="Verdana"/>
              </a:rPr>
              <a:t>Partition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The quality of the initial structure affects the final result.</a:t>
            </a:r>
            <a:endParaRPr dirty="0"/>
          </a:p>
          <a:p>
            <a:pPr marL="285750" lvl="0" indent="-285750">
              <a:spcBef>
                <a:spcPts val="920"/>
              </a:spcBef>
              <a:buSzPts val="2320"/>
            </a:pPr>
            <a:r>
              <a:rPr lang="en" sz="1600" dirty="0">
                <a:latin typeface="Verdana"/>
                <a:ea typeface="Verdana"/>
                <a:cs typeface="Verdana"/>
                <a:sym typeface="Verdana"/>
              </a:rPr>
              <a:t>Changes to Requirements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They can require significant rearrangement.</a:t>
            </a:r>
            <a:endParaRPr dirty="0"/>
          </a:p>
          <a:p>
            <a:pPr marL="285750" lvl="0" indent="-285750">
              <a:spcBef>
                <a:spcPts val="920"/>
              </a:spcBef>
              <a:buSzPts val="2320"/>
            </a:pPr>
            <a:r>
              <a:rPr lang="en" sz="1600" dirty="0">
                <a:latin typeface="Verdana"/>
                <a:ea typeface="Verdana"/>
                <a:cs typeface="Verdana"/>
                <a:sym typeface="Verdana"/>
              </a:rPr>
              <a:t>Architecture Change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It affects the development of other departments.</a:t>
            </a:r>
            <a:endParaRPr dirty="0"/>
          </a:p>
        </p:txBody>
      </p:sp>
      <p:sp>
        <p:nvSpPr>
          <p:cNvPr id="276" name="Google Shape;276;p20"/>
          <p:cNvSpPr/>
          <p:nvPr/>
        </p:nvSpPr>
        <p:spPr>
          <a:xfrm>
            <a:off x="1484310" y="1104495"/>
            <a:ext cx="3249608"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000" b="1">
                <a:solidFill>
                  <a:schemeClr val="dk1"/>
                </a:solidFill>
                <a:latin typeface="Verdana"/>
                <a:ea typeface="Verdana"/>
                <a:cs typeface="Verdana"/>
                <a:sym typeface="Verdana"/>
              </a:rPr>
              <a:t>1.4.3. Disadvantages</a:t>
            </a:r>
            <a:endParaRPr sz="2000" b="1">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21"/>
          <p:cNvSpPr txBox="1">
            <a:spLocks noGrp="1"/>
          </p:cNvSpPr>
          <p:nvPr>
            <p:ph type="title"/>
          </p:nvPr>
        </p:nvSpPr>
        <p:spPr>
          <a:xfrm>
            <a:off x="1484310" y="1"/>
            <a:ext cx="1001871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n" sz="3000" b="1">
                <a:latin typeface="Verdana"/>
                <a:ea typeface="Verdana"/>
                <a:cs typeface="Verdana"/>
                <a:sym typeface="Verdana"/>
              </a:rPr>
              <a:t>1.4. The functional augmentation model</a:t>
            </a:r>
            <a:endParaRPr sz="3000" b="1">
              <a:latin typeface="Verdana"/>
              <a:ea typeface="Verdana"/>
              <a:cs typeface="Verdana"/>
              <a:sym typeface="Verdana"/>
            </a:endParaRPr>
          </a:p>
        </p:txBody>
      </p:sp>
      <p:sp>
        <p:nvSpPr>
          <p:cNvPr id="282" name="Google Shape;282;p21"/>
          <p:cNvSpPr txBox="1">
            <a:spLocks noGrp="1"/>
          </p:cNvSpPr>
          <p:nvPr>
            <p:ph type="body" idx="1"/>
          </p:nvPr>
        </p:nvSpPr>
        <p:spPr>
          <a:xfrm>
            <a:off x="1484310" y="2170216"/>
            <a:ext cx="10018713" cy="3124201"/>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SzPts val="2320"/>
              <a:buNone/>
            </a:pPr>
            <a:r>
              <a:rPr lang="en" sz="1600">
                <a:latin typeface="Verdana"/>
                <a:ea typeface="Verdana"/>
                <a:cs typeface="Verdana"/>
                <a:sym typeface="Verdana"/>
              </a:rPr>
              <a:t>Functional scaling offers speed and incremental development, but the right initial structure and change management are critical. Careful management is essential for successful project completion.</a:t>
            </a:r>
            <a:endParaRPr sz="1100">
              <a:latin typeface="Verdana"/>
              <a:ea typeface="Verdana"/>
              <a:cs typeface="Verdana"/>
              <a:sym typeface="Verdana"/>
            </a:endParaRPr>
          </a:p>
        </p:txBody>
      </p:sp>
      <p:sp>
        <p:nvSpPr>
          <p:cNvPr id="283" name="Google Shape;283;p21"/>
          <p:cNvSpPr/>
          <p:nvPr/>
        </p:nvSpPr>
        <p:spPr>
          <a:xfrm>
            <a:off x="1484310" y="1104495"/>
            <a:ext cx="2223686"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000" b="1">
                <a:solidFill>
                  <a:schemeClr val="dk1"/>
                </a:solidFill>
                <a:latin typeface="Verdana"/>
                <a:ea typeface="Verdana"/>
                <a:cs typeface="Verdana"/>
                <a:sym typeface="Verdana"/>
              </a:rPr>
              <a:t>1.4.4. Summary</a:t>
            </a:r>
            <a:endParaRPr sz="2000" b="1">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22"/>
          <p:cNvSpPr txBox="1">
            <a:spLocks noGrp="1"/>
          </p:cNvSpPr>
          <p:nvPr>
            <p:ph type="title"/>
          </p:nvPr>
        </p:nvSpPr>
        <p:spPr>
          <a:xfrm>
            <a:off x="1675505" y="399012"/>
            <a:ext cx="9056227" cy="37667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Clr>
                <a:schemeClr val="dk1"/>
              </a:buClr>
              <a:buSzPts val="3200"/>
              <a:buFont typeface="Verdana"/>
              <a:buNone/>
            </a:pPr>
            <a:r>
              <a:rPr lang="en" sz="3200" b="1">
                <a:latin typeface="Verdana"/>
                <a:ea typeface="Verdana"/>
                <a:cs typeface="Verdana"/>
                <a:sym typeface="Verdana"/>
              </a:rPr>
              <a:t>1.5. The spiral model</a:t>
            </a:r>
            <a:endParaRPr sz="3200"/>
          </a:p>
        </p:txBody>
      </p:sp>
      <p:sp>
        <p:nvSpPr>
          <p:cNvPr id="289" name="Google Shape;289;p22"/>
          <p:cNvSpPr txBox="1">
            <a:spLocks noGrp="1"/>
          </p:cNvSpPr>
          <p:nvPr>
            <p:ph type="body" idx="2"/>
          </p:nvPr>
        </p:nvSpPr>
        <p:spPr>
          <a:xfrm>
            <a:off x="1461451" y="2565386"/>
            <a:ext cx="3549000" cy="16419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SzPts val="2320"/>
              <a:buNone/>
            </a:pPr>
            <a:r>
              <a:rPr lang="en">
                <a:latin typeface="Verdana"/>
                <a:ea typeface="Verdana"/>
                <a:cs typeface="Verdana"/>
                <a:sym typeface="Verdana"/>
              </a:rPr>
              <a:t>The spiral model of software development is presented as a spiral with circles, each of them representing a project phase. Each phase completion means completion of a project section or ready prototype for promotion. Circles are adjusted to the size of the project.</a:t>
            </a:r>
            <a:endParaRPr>
              <a:latin typeface="Verdana"/>
              <a:ea typeface="Verdana"/>
              <a:cs typeface="Verdana"/>
              <a:sym typeface="Verdana"/>
            </a:endParaRPr>
          </a:p>
        </p:txBody>
      </p:sp>
      <p:sp>
        <p:nvSpPr>
          <p:cNvPr id="290" name="Google Shape;290;p22"/>
          <p:cNvSpPr/>
          <p:nvPr/>
        </p:nvSpPr>
        <p:spPr>
          <a:xfrm>
            <a:off x="1542501" y="775682"/>
            <a:ext cx="2473754" cy="70784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000" b="1" dirty="0">
                <a:solidFill>
                  <a:schemeClr val="dk1"/>
                </a:solidFill>
                <a:latin typeface="Verdana"/>
                <a:ea typeface="Verdana"/>
                <a:cs typeface="Verdana"/>
                <a:sym typeface="Verdana"/>
              </a:rPr>
              <a:t>1.5.1. </a:t>
            </a:r>
            <a:r>
              <a:rPr lang="en" sz="2000" b="1" dirty="0" smtClean="0">
                <a:solidFill>
                  <a:schemeClr val="dk1"/>
                </a:solidFill>
                <a:latin typeface="Verdana"/>
                <a:ea typeface="Verdana"/>
                <a:cs typeface="Verdana"/>
                <a:sym typeface="Verdana"/>
              </a:rPr>
              <a:t>Introduction</a:t>
            </a:r>
            <a:endParaRPr sz="2000" b="1" dirty="0">
              <a:solidFill>
                <a:schemeClr val="dk1"/>
              </a:solidFill>
              <a:latin typeface="Verdana"/>
              <a:ea typeface="Verdana"/>
              <a:cs typeface="Verdana"/>
              <a:sym typeface="Verdana"/>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32926" y="1483528"/>
            <a:ext cx="6067425" cy="413385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24"/>
          <p:cNvSpPr txBox="1">
            <a:spLocks noGrp="1"/>
          </p:cNvSpPr>
          <p:nvPr>
            <p:ph type="title"/>
          </p:nvPr>
        </p:nvSpPr>
        <p:spPr>
          <a:xfrm>
            <a:off x="1484310" y="1"/>
            <a:ext cx="1001871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n" sz="3000" b="1">
                <a:latin typeface="Verdana"/>
                <a:ea typeface="Verdana"/>
                <a:cs typeface="Verdana"/>
                <a:sym typeface="Verdana"/>
              </a:rPr>
              <a:t>1.5. The spiral model</a:t>
            </a:r>
            <a:endParaRPr sz="3000" b="1">
              <a:latin typeface="Verdana"/>
              <a:ea typeface="Verdana"/>
              <a:cs typeface="Verdana"/>
              <a:sym typeface="Verdana"/>
            </a:endParaRPr>
          </a:p>
        </p:txBody>
      </p:sp>
      <p:sp>
        <p:nvSpPr>
          <p:cNvPr id="304" name="Google Shape;304;p24"/>
          <p:cNvSpPr txBox="1">
            <a:spLocks noGrp="1"/>
          </p:cNvSpPr>
          <p:nvPr>
            <p:ph type="body" idx="1"/>
          </p:nvPr>
        </p:nvSpPr>
        <p:spPr>
          <a:xfrm>
            <a:off x="1484310" y="2170216"/>
            <a:ext cx="10018713" cy="3124201"/>
          </a:xfrm>
          <a:prstGeom prst="rect">
            <a:avLst/>
          </a:prstGeom>
          <a:noFill/>
          <a:ln>
            <a:noFill/>
          </a:ln>
        </p:spPr>
        <p:txBody>
          <a:bodyPr spcFirstLastPara="1" wrap="square" lIns="91425" tIns="45700" rIns="91425" bIns="45700" anchor="ctr" anchorCtr="0">
            <a:normAutofit/>
          </a:bodyPr>
          <a:lstStyle/>
          <a:p>
            <a:pPr marL="285750" lvl="0" indent="-285750">
              <a:spcBef>
                <a:spcPts val="0"/>
              </a:spcBef>
              <a:buSzPts val="2320"/>
            </a:pPr>
            <a:r>
              <a:rPr lang="en" sz="1600" dirty="0">
                <a:latin typeface="Verdana"/>
                <a:ea typeface="Verdana"/>
                <a:cs typeface="Verdana"/>
                <a:sym typeface="Verdana"/>
              </a:rPr>
              <a:t>Setting goals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Objectives, alternatives, constraints.</a:t>
            </a:r>
            <a:endParaRPr dirty="0"/>
          </a:p>
          <a:p>
            <a:pPr marL="285750" lvl="0" indent="-285750">
              <a:spcBef>
                <a:spcPts val="920"/>
              </a:spcBef>
              <a:buSzPts val="2320"/>
            </a:pPr>
            <a:r>
              <a:rPr lang="en" sz="1600" dirty="0">
                <a:latin typeface="Verdana"/>
                <a:ea typeface="Verdana"/>
                <a:cs typeface="Verdana"/>
                <a:sym typeface="Verdana"/>
              </a:rPr>
              <a:t>Evaluation of alternatives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Risk avoidance.</a:t>
            </a:r>
          </a:p>
          <a:p>
            <a:pPr marL="285750" lvl="0" indent="-285750">
              <a:spcBef>
                <a:spcPts val="920"/>
              </a:spcBef>
              <a:buSzPts val="2320"/>
            </a:pPr>
            <a:r>
              <a:rPr lang="en" sz="1600" dirty="0">
                <a:latin typeface="Verdana"/>
                <a:ea typeface="Verdana"/>
                <a:cs typeface="Verdana"/>
                <a:sym typeface="Verdana"/>
              </a:rPr>
              <a:t>Product </a:t>
            </a:r>
            <a:r>
              <a:rPr lang="en" sz="1600" dirty="0" smtClean="0">
                <a:latin typeface="Verdana"/>
                <a:ea typeface="Verdana"/>
                <a:cs typeface="Verdana"/>
                <a:sym typeface="Verdana"/>
              </a:rPr>
              <a:t>development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According to the requirements.</a:t>
            </a:r>
            <a:endParaRPr sz="1600" dirty="0">
              <a:latin typeface="Verdana"/>
              <a:ea typeface="Verdana"/>
              <a:cs typeface="Verdana"/>
              <a:sym typeface="Verdana"/>
            </a:endParaRPr>
          </a:p>
          <a:p>
            <a:pPr marL="285750" lvl="0" indent="-285750">
              <a:spcBef>
                <a:spcPts val="920"/>
              </a:spcBef>
              <a:buSzPts val="2320"/>
            </a:pPr>
            <a:r>
              <a:rPr lang="en" sz="1600" dirty="0">
                <a:latin typeface="Verdana"/>
                <a:ea typeface="Verdana"/>
                <a:cs typeface="Verdana"/>
                <a:sym typeface="Verdana"/>
              </a:rPr>
              <a:t>Planning next cycles </a:t>
            </a:r>
            <a:r>
              <a:rPr lang="en" sz="1600" dirty="0">
                <a:latin typeface="Verdana"/>
                <a:ea typeface="Verdana"/>
                <a:cs typeface="Verdana"/>
                <a:sym typeface="Wingdings" panose="05000000000000000000" pitchFamily="2" charset="2"/>
              </a:rPr>
              <a:t> </a:t>
            </a:r>
            <a:r>
              <a:rPr lang="en" sz="1600" dirty="0" smtClean="0">
                <a:latin typeface="Verdana"/>
                <a:ea typeface="Verdana"/>
                <a:cs typeface="Verdana"/>
                <a:sym typeface="Verdana"/>
              </a:rPr>
              <a:t>Planning to repeat </a:t>
            </a:r>
            <a:r>
              <a:rPr lang="en" sz="1600" dirty="0">
                <a:latin typeface="Verdana"/>
                <a:ea typeface="Verdana"/>
                <a:cs typeface="Verdana"/>
                <a:sym typeface="Verdana"/>
              </a:rPr>
              <a:t>the process.</a:t>
            </a:r>
            <a:endParaRPr dirty="0"/>
          </a:p>
        </p:txBody>
      </p:sp>
      <p:sp>
        <p:nvSpPr>
          <p:cNvPr id="305" name="Google Shape;305;p24"/>
          <p:cNvSpPr/>
          <p:nvPr/>
        </p:nvSpPr>
        <p:spPr>
          <a:xfrm>
            <a:off x="1484310" y="1104495"/>
            <a:ext cx="3299301"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000" b="1" dirty="0" smtClean="0">
                <a:solidFill>
                  <a:schemeClr val="dk1"/>
                </a:solidFill>
                <a:latin typeface="Verdana"/>
                <a:ea typeface="Verdana"/>
                <a:cs typeface="Verdana"/>
                <a:sym typeface="Verdana"/>
              </a:rPr>
              <a:t>1.5.2. </a:t>
            </a:r>
            <a:r>
              <a:rPr lang="en" sz="2000" b="1" dirty="0">
                <a:solidFill>
                  <a:schemeClr val="dk1"/>
                </a:solidFill>
                <a:latin typeface="Verdana"/>
                <a:ea typeface="Verdana"/>
                <a:cs typeface="Verdana"/>
                <a:sym typeface="Verdana"/>
              </a:rPr>
              <a:t>Stages</a:t>
            </a:r>
            <a:endParaRPr sz="2000" b="1" dirty="0">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g2adfc9e2d43_1_1"/>
          <p:cNvSpPr txBox="1">
            <a:spLocks noGrp="1"/>
          </p:cNvSpPr>
          <p:nvPr>
            <p:ph type="title"/>
          </p:nvPr>
        </p:nvSpPr>
        <p:spPr>
          <a:xfrm>
            <a:off x="1484310" y="1"/>
            <a:ext cx="10018800" cy="15045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n" sz="3000" b="1">
                <a:latin typeface="Verdana"/>
                <a:ea typeface="Verdana"/>
                <a:cs typeface="Verdana"/>
                <a:sym typeface="Verdana"/>
              </a:rPr>
              <a:t>1.5. The spiral model</a:t>
            </a:r>
            <a:endParaRPr sz="3000" b="1">
              <a:latin typeface="Verdana"/>
              <a:ea typeface="Verdana"/>
              <a:cs typeface="Verdana"/>
              <a:sym typeface="Verdana"/>
            </a:endParaRPr>
          </a:p>
        </p:txBody>
      </p:sp>
      <p:sp>
        <p:nvSpPr>
          <p:cNvPr id="311" name="Google Shape;311;g2adfc9e2d43_1_1"/>
          <p:cNvSpPr txBox="1">
            <a:spLocks noGrp="1"/>
          </p:cNvSpPr>
          <p:nvPr>
            <p:ph type="body" idx="1"/>
          </p:nvPr>
        </p:nvSpPr>
        <p:spPr>
          <a:xfrm>
            <a:off x="1484310" y="2170216"/>
            <a:ext cx="10018800" cy="3124200"/>
          </a:xfrm>
          <a:prstGeom prst="rect">
            <a:avLst/>
          </a:prstGeom>
          <a:noFill/>
          <a:ln>
            <a:noFill/>
          </a:ln>
        </p:spPr>
        <p:txBody>
          <a:bodyPr spcFirstLastPara="1" wrap="square" lIns="91425" tIns="45700" rIns="91425" bIns="45700" anchor="ctr" anchorCtr="0">
            <a:normAutofit/>
          </a:bodyPr>
          <a:lstStyle/>
          <a:p>
            <a:pPr marL="285750" lvl="0" indent="-285750">
              <a:spcBef>
                <a:spcPts val="0"/>
              </a:spcBef>
              <a:buSzPts val="2320"/>
            </a:pPr>
            <a:r>
              <a:rPr lang="en" sz="1600" dirty="0">
                <a:latin typeface="Verdana"/>
                <a:ea typeface="Verdana"/>
                <a:cs typeface="Verdana"/>
                <a:sym typeface="Verdana"/>
              </a:rPr>
              <a:t>Emphasis on Risks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Approach with a proactive perspective.</a:t>
            </a:r>
            <a:endParaRPr dirty="0"/>
          </a:p>
          <a:p>
            <a:pPr marL="285750" lvl="0" indent="-285750">
              <a:spcBef>
                <a:spcPts val="920"/>
              </a:spcBef>
              <a:buSzPts val="2320"/>
            </a:pPr>
            <a:r>
              <a:rPr lang="en" sz="1600" dirty="0">
                <a:latin typeface="Verdana"/>
                <a:ea typeface="Verdana"/>
                <a:cs typeface="Verdana"/>
                <a:sym typeface="Verdana"/>
              </a:rPr>
              <a:t>Suitable for Large Projects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Requirements management &amp; change integration.</a:t>
            </a:r>
            <a:endParaRPr sz="1600" dirty="0">
              <a:latin typeface="Verdana"/>
              <a:ea typeface="Verdana"/>
              <a:cs typeface="Verdana"/>
              <a:sym typeface="Verdana"/>
            </a:endParaRPr>
          </a:p>
          <a:p>
            <a:pPr marL="285750" lvl="0" indent="-240030">
              <a:spcBef>
                <a:spcPts val="920"/>
              </a:spcBef>
              <a:buSzPts val="1600"/>
              <a:buFont typeface="Verdana"/>
              <a:buChar char="•"/>
            </a:pPr>
            <a:r>
              <a:rPr lang="en" sz="1600" dirty="0">
                <a:latin typeface="Verdana"/>
                <a:ea typeface="Verdana"/>
                <a:cs typeface="Verdana"/>
                <a:sym typeface="Verdana"/>
              </a:rPr>
              <a:t>Improved Quality &amp; Reliability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Repeated checks.</a:t>
            </a:r>
            <a:endParaRPr sz="1600" dirty="0">
              <a:latin typeface="Verdana"/>
              <a:ea typeface="Verdana"/>
              <a:cs typeface="Verdana"/>
              <a:sym typeface="Verdana"/>
            </a:endParaRPr>
          </a:p>
          <a:p>
            <a:pPr marL="285750" lvl="0" indent="-285750">
              <a:spcBef>
                <a:spcPts val="920"/>
              </a:spcBef>
              <a:buSzPts val="2320"/>
            </a:pPr>
            <a:r>
              <a:rPr lang="en" sz="1600" dirty="0">
                <a:latin typeface="Verdana"/>
                <a:ea typeface="Verdana"/>
                <a:cs typeface="Verdana"/>
                <a:sym typeface="Verdana"/>
              </a:rPr>
              <a:t>Customer Satisfaction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Visible progress, feedback.</a:t>
            </a:r>
            <a:endParaRPr dirty="0"/>
          </a:p>
        </p:txBody>
      </p:sp>
      <p:sp>
        <p:nvSpPr>
          <p:cNvPr id="312" name="Google Shape;312;g2adfc9e2d43_1_1"/>
          <p:cNvSpPr/>
          <p:nvPr/>
        </p:nvSpPr>
        <p:spPr>
          <a:xfrm>
            <a:off x="1484310" y="1104495"/>
            <a:ext cx="3299400" cy="400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2000" b="1" dirty="0" smtClean="0">
                <a:solidFill>
                  <a:schemeClr val="dk1"/>
                </a:solidFill>
                <a:latin typeface="Verdana"/>
                <a:ea typeface="Verdana"/>
                <a:cs typeface="Verdana"/>
                <a:sym typeface="Verdana"/>
              </a:rPr>
              <a:t>1.5.3. </a:t>
            </a:r>
            <a:r>
              <a:rPr lang="en" sz="2000" b="1" dirty="0">
                <a:solidFill>
                  <a:schemeClr val="dk1"/>
                </a:solidFill>
                <a:latin typeface="Verdana"/>
                <a:ea typeface="Verdana"/>
                <a:cs typeface="Verdana"/>
                <a:sym typeface="Verdana"/>
              </a:rPr>
              <a:t>Advantages</a:t>
            </a:r>
            <a:endParaRPr sz="2000" b="1" dirty="0">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25"/>
          <p:cNvSpPr txBox="1">
            <a:spLocks noGrp="1"/>
          </p:cNvSpPr>
          <p:nvPr>
            <p:ph type="title"/>
          </p:nvPr>
        </p:nvSpPr>
        <p:spPr>
          <a:xfrm>
            <a:off x="1484310" y="1"/>
            <a:ext cx="1001871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n" sz="3000" b="1">
                <a:latin typeface="Verdana"/>
                <a:ea typeface="Verdana"/>
                <a:cs typeface="Verdana"/>
                <a:sym typeface="Verdana"/>
              </a:rPr>
              <a:t>1.5. The spiral model</a:t>
            </a:r>
            <a:endParaRPr sz="3000" b="1">
              <a:latin typeface="Verdana"/>
              <a:ea typeface="Verdana"/>
              <a:cs typeface="Verdana"/>
              <a:sym typeface="Verdana"/>
            </a:endParaRPr>
          </a:p>
        </p:txBody>
      </p:sp>
      <p:sp>
        <p:nvSpPr>
          <p:cNvPr id="318" name="Google Shape;318;p25"/>
          <p:cNvSpPr txBox="1">
            <a:spLocks noGrp="1"/>
          </p:cNvSpPr>
          <p:nvPr>
            <p:ph type="body" idx="1"/>
          </p:nvPr>
        </p:nvSpPr>
        <p:spPr>
          <a:xfrm>
            <a:off x="1484310" y="2170216"/>
            <a:ext cx="10018713" cy="3124201"/>
          </a:xfrm>
          <a:prstGeom prst="rect">
            <a:avLst/>
          </a:prstGeom>
          <a:noFill/>
          <a:ln>
            <a:noFill/>
          </a:ln>
        </p:spPr>
        <p:txBody>
          <a:bodyPr spcFirstLastPara="1" wrap="square" lIns="91425" tIns="45700" rIns="91425" bIns="45700" anchor="ctr" anchorCtr="0">
            <a:normAutofit/>
          </a:bodyPr>
          <a:lstStyle/>
          <a:p>
            <a:pPr marL="285750" lvl="0" indent="-285750">
              <a:spcBef>
                <a:spcPts val="0"/>
              </a:spcBef>
              <a:buSzPts val="2320"/>
            </a:pPr>
            <a:r>
              <a:rPr lang="en" sz="1600" dirty="0">
                <a:latin typeface="Verdana"/>
                <a:ea typeface="Verdana"/>
                <a:cs typeface="Verdana"/>
                <a:sym typeface="Verdana"/>
              </a:rPr>
              <a:t>Complexity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It requires detailed planning.</a:t>
            </a:r>
            <a:endParaRPr dirty="0"/>
          </a:p>
          <a:p>
            <a:pPr marL="285750" lvl="0" indent="-285750">
              <a:spcBef>
                <a:spcPts val="920"/>
              </a:spcBef>
              <a:buSzPts val="2320"/>
            </a:pPr>
            <a:r>
              <a:rPr lang="en" sz="1600" dirty="0">
                <a:latin typeface="Verdana"/>
                <a:ea typeface="Verdana"/>
                <a:cs typeface="Verdana"/>
                <a:sym typeface="Verdana"/>
              </a:rPr>
              <a:t>Accuracy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Not suitable for small scale projects.</a:t>
            </a:r>
            <a:endParaRPr dirty="0"/>
          </a:p>
          <a:p>
            <a:pPr marL="285750" lvl="0" indent="-285750">
              <a:spcBef>
                <a:spcPts val="920"/>
              </a:spcBef>
              <a:buSzPts val="2320"/>
            </a:pPr>
            <a:r>
              <a:rPr lang="en" sz="1600" dirty="0">
                <a:latin typeface="Verdana"/>
                <a:ea typeface="Verdana"/>
                <a:cs typeface="Verdana"/>
                <a:sym typeface="Verdana"/>
              </a:rPr>
              <a:t>Risk Analysis Workload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Need to devote time.</a:t>
            </a:r>
            <a:endParaRPr dirty="0"/>
          </a:p>
          <a:p>
            <a:pPr marL="285750" lvl="0" indent="-285750">
              <a:spcBef>
                <a:spcPts val="920"/>
              </a:spcBef>
              <a:buSzPts val="2320"/>
            </a:pPr>
            <a:r>
              <a:rPr lang="en" sz="1600" dirty="0">
                <a:latin typeface="Verdana"/>
                <a:ea typeface="Verdana"/>
                <a:cs typeface="Verdana"/>
                <a:sym typeface="Verdana"/>
              </a:rPr>
              <a:t>Delays in Deadlines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It requires time for evaluations &amp; readjustments.</a:t>
            </a:r>
            <a:endParaRPr dirty="0"/>
          </a:p>
          <a:p>
            <a:pPr marL="285750" lvl="0" indent="-285750">
              <a:spcBef>
                <a:spcPts val="920"/>
              </a:spcBef>
              <a:buSzPts val="2320"/>
            </a:pPr>
            <a:r>
              <a:rPr lang="en" sz="1600" dirty="0">
                <a:latin typeface="Verdana"/>
                <a:ea typeface="Verdana"/>
                <a:cs typeface="Verdana"/>
                <a:sym typeface="Verdana"/>
              </a:rPr>
              <a:t>Exhaustive Consumption of Resources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Impact on the financial side.</a:t>
            </a:r>
            <a:endParaRPr dirty="0"/>
          </a:p>
        </p:txBody>
      </p:sp>
      <p:sp>
        <p:nvSpPr>
          <p:cNvPr id="319" name="Google Shape;319;p25"/>
          <p:cNvSpPr/>
          <p:nvPr/>
        </p:nvSpPr>
        <p:spPr>
          <a:xfrm>
            <a:off x="1484310" y="1104495"/>
            <a:ext cx="3249608"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000" b="1" dirty="0" smtClean="0">
                <a:solidFill>
                  <a:schemeClr val="dk1"/>
                </a:solidFill>
                <a:latin typeface="Verdana"/>
                <a:ea typeface="Verdana"/>
                <a:cs typeface="Verdana"/>
                <a:sym typeface="Verdana"/>
              </a:rPr>
              <a:t>1.5.4. </a:t>
            </a:r>
            <a:r>
              <a:rPr lang="en" sz="2000" b="1" dirty="0">
                <a:solidFill>
                  <a:schemeClr val="dk1"/>
                </a:solidFill>
                <a:latin typeface="Verdana"/>
                <a:ea typeface="Verdana"/>
                <a:cs typeface="Verdana"/>
                <a:sym typeface="Verdana"/>
              </a:rPr>
              <a:t>Disadvantages</a:t>
            </a:r>
            <a:endParaRPr sz="2000" b="1" dirty="0">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26"/>
          <p:cNvSpPr txBox="1">
            <a:spLocks noGrp="1"/>
          </p:cNvSpPr>
          <p:nvPr>
            <p:ph type="title"/>
          </p:nvPr>
        </p:nvSpPr>
        <p:spPr>
          <a:xfrm>
            <a:off x="1484310" y="1"/>
            <a:ext cx="1001871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n" sz="3000" b="1">
                <a:latin typeface="Verdana"/>
                <a:ea typeface="Verdana"/>
                <a:cs typeface="Verdana"/>
                <a:sym typeface="Verdana"/>
              </a:rPr>
              <a:t>1.5. The spiral model</a:t>
            </a:r>
            <a:endParaRPr sz="3000" b="1">
              <a:latin typeface="Verdana"/>
              <a:ea typeface="Verdana"/>
              <a:cs typeface="Verdana"/>
              <a:sym typeface="Verdana"/>
            </a:endParaRPr>
          </a:p>
        </p:txBody>
      </p:sp>
      <p:sp>
        <p:nvSpPr>
          <p:cNvPr id="325" name="Google Shape;325;p26"/>
          <p:cNvSpPr txBox="1">
            <a:spLocks noGrp="1"/>
          </p:cNvSpPr>
          <p:nvPr>
            <p:ph type="body" idx="1"/>
          </p:nvPr>
        </p:nvSpPr>
        <p:spPr>
          <a:xfrm>
            <a:off x="1484299" y="2170225"/>
            <a:ext cx="10602600" cy="3124200"/>
          </a:xfrm>
          <a:prstGeom prst="rect">
            <a:avLst/>
          </a:prstGeom>
          <a:noFill/>
          <a:ln>
            <a:noFill/>
          </a:ln>
        </p:spPr>
        <p:txBody>
          <a:bodyPr spcFirstLastPara="1" wrap="square" lIns="91425" tIns="45700" rIns="91425" bIns="45700" anchor="ctr" anchorCtr="0">
            <a:normAutofit/>
          </a:bodyPr>
          <a:lstStyle/>
          <a:p>
            <a:pPr marL="0" lvl="0" indent="0" algn="l" rtl="0">
              <a:spcBef>
                <a:spcPts val="920"/>
              </a:spcBef>
              <a:spcAft>
                <a:spcPts val="0"/>
              </a:spcAft>
              <a:buNone/>
            </a:pPr>
            <a:r>
              <a:rPr lang="en" sz="1600">
                <a:latin typeface="Verdana"/>
                <a:ea typeface="Verdana"/>
                <a:cs typeface="Verdana"/>
                <a:sym typeface="Verdana"/>
              </a:rPr>
              <a:t>In summary, the spiral model offers flexibility, continuous development and improvement through iterative steps. With an emphasis on active dialogue and risk identification, it is an effective approach to successful software projects </a:t>
            </a:r>
            <a:r>
              <a:rPr lang="en" sz="1600"/>
              <a:t>.</a:t>
            </a:r>
            <a:endParaRPr sz="1600"/>
          </a:p>
        </p:txBody>
      </p:sp>
      <p:sp>
        <p:nvSpPr>
          <p:cNvPr id="326" name="Google Shape;326;p26"/>
          <p:cNvSpPr/>
          <p:nvPr/>
        </p:nvSpPr>
        <p:spPr>
          <a:xfrm>
            <a:off x="1484310" y="1104495"/>
            <a:ext cx="2223686"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000" b="1" dirty="0" smtClean="0">
                <a:solidFill>
                  <a:schemeClr val="dk1"/>
                </a:solidFill>
                <a:latin typeface="Verdana"/>
                <a:ea typeface="Verdana"/>
                <a:cs typeface="Verdana"/>
                <a:sym typeface="Verdana"/>
              </a:rPr>
              <a:t>1.5.5. </a:t>
            </a:r>
            <a:r>
              <a:rPr lang="en" sz="2000" b="1" dirty="0">
                <a:solidFill>
                  <a:schemeClr val="dk1"/>
                </a:solidFill>
                <a:latin typeface="Verdana"/>
                <a:ea typeface="Verdana"/>
                <a:cs typeface="Verdana"/>
                <a:sym typeface="Verdana"/>
              </a:rPr>
              <a:t>Summary</a:t>
            </a:r>
            <a:endParaRPr sz="2000" b="1" dirty="0">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28"/>
          <p:cNvSpPr txBox="1">
            <a:spLocks noGrp="1"/>
          </p:cNvSpPr>
          <p:nvPr>
            <p:ph type="title"/>
          </p:nvPr>
        </p:nvSpPr>
        <p:spPr>
          <a:xfrm>
            <a:off x="1683815" y="0"/>
            <a:ext cx="10018800" cy="17526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n" sz="3000" b="1">
                <a:latin typeface="Verdana"/>
                <a:ea typeface="Verdana"/>
                <a:cs typeface="Verdana"/>
                <a:sym typeface="Verdana"/>
              </a:rPr>
              <a:t>2. MODERN MODELS OF SOFTWARE DEVELOPMENT</a:t>
            </a:r>
            <a:endParaRPr sz="3000" b="1">
              <a:latin typeface="Verdana"/>
              <a:ea typeface="Verdana"/>
              <a:cs typeface="Verdana"/>
              <a:sym typeface="Verdana"/>
            </a:endParaRPr>
          </a:p>
        </p:txBody>
      </p:sp>
      <p:sp>
        <p:nvSpPr>
          <p:cNvPr id="332" name="Google Shape;332;p28"/>
          <p:cNvSpPr txBox="1">
            <a:spLocks noGrp="1"/>
          </p:cNvSpPr>
          <p:nvPr>
            <p:ph type="body" idx="1"/>
          </p:nvPr>
        </p:nvSpPr>
        <p:spPr>
          <a:xfrm>
            <a:off x="2037163" y="1866911"/>
            <a:ext cx="10018800" cy="3124200"/>
          </a:xfrm>
          <a:prstGeom prst="rect">
            <a:avLst/>
          </a:prstGeom>
          <a:noFill/>
          <a:ln>
            <a:noFill/>
          </a:ln>
        </p:spPr>
        <p:txBody>
          <a:bodyPr spcFirstLastPara="1" wrap="square" lIns="91425" tIns="45700" rIns="91425" bIns="45700" anchor="ctr" anchorCtr="0">
            <a:normAutofit/>
          </a:bodyPr>
          <a:lstStyle/>
          <a:p>
            <a:pPr marL="285750" lvl="0" indent="-285750" algn="l" rtl="0">
              <a:spcBef>
                <a:spcPts val="0"/>
              </a:spcBef>
              <a:spcAft>
                <a:spcPts val="0"/>
              </a:spcAft>
              <a:buSzPts val="2900"/>
              <a:buChar char="•"/>
            </a:pPr>
            <a:r>
              <a:rPr lang="en" sz="2000">
                <a:latin typeface="Verdana"/>
                <a:ea typeface="Verdana"/>
                <a:cs typeface="Verdana"/>
                <a:sym typeface="Verdana"/>
              </a:rPr>
              <a:t>2.1. Unified approach (Unified Process)</a:t>
            </a:r>
            <a:endParaRPr sz="2000">
              <a:latin typeface="Verdana"/>
              <a:ea typeface="Verdana"/>
              <a:cs typeface="Verdana"/>
              <a:sym typeface="Verdana"/>
            </a:endParaRPr>
          </a:p>
          <a:p>
            <a:pPr marL="285750" lvl="0" indent="-285750" algn="l" rtl="0">
              <a:spcBef>
                <a:spcPts val="1000"/>
              </a:spcBef>
              <a:spcAft>
                <a:spcPts val="0"/>
              </a:spcAft>
              <a:buSzPts val="2900"/>
              <a:buChar char="•"/>
            </a:pPr>
            <a:r>
              <a:rPr lang="en" sz="2000">
                <a:latin typeface="Verdana"/>
                <a:ea typeface="Verdana"/>
                <a:cs typeface="Verdana"/>
                <a:sym typeface="Verdana"/>
              </a:rPr>
              <a:t>2.2. Agile Development</a:t>
            </a:r>
            <a:endParaRPr/>
          </a:p>
          <a:p>
            <a:pPr marL="285750" lvl="0" indent="-285750" algn="l" rtl="0">
              <a:spcBef>
                <a:spcPts val="1000"/>
              </a:spcBef>
              <a:spcAft>
                <a:spcPts val="0"/>
              </a:spcAft>
              <a:buSzPts val="2900"/>
              <a:buChar char="•"/>
            </a:pPr>
            <a:r>
              <a:rPr lang="en" sz="2000">
                <a:latin typeface="Verdana"/>
                <a:ea typeface="Verdana"/>
                <a:cs typeface="Verdana"/>
                <a:sym typeface="Verdana"/>
              </a:rPr>
              <a:t>2.3. DevOps development</a:t>
            </a:r>
            <a:endParaRPr sz="2000">
              <a:latin typeface="Verdana"/>
              <a:ea typeface="Verdana"/>
              <a:cs typeface="Verdana"/>
              <a:sym typeface="Verdana"/>
            </a:endParaRPr>
          </a:p>
          <a:p>
            <a:pPr marL="285750" lvl="0" indent="-285750" algn="l" rtl="0">
              <a:spcBef>
                <a:spcPts val="1000"/>
              </a:spcBef>
              <a:spcAft>
                <a:spcPts val="0"/>
              </a:spcAft>
              <a:buSzPts val="2900"/>
              <a:buChar char="•"/>
            </a:pPr>
            <a:r>
              <a:rPr lang="en" sz="2000">
                <a:latin typeface="Verdana"/>
                <a:ea typeface="Verdana"/>
                <a:cs typeface="Verdana"/>
                <a:sym typeface="Verdana"/>
              </a:rPr>
              <a:t>2.4. Scrum methodology</a:t>
            </a:r>
            <a:endParaRPr sz="2000">
              <a:latin typeface="Verdana"/>
              <a:ea typeface="Verdana"/>
              <a:cs typeface="Verdana"/>
              <a:sym typeface="Verdana"/>
            </a:endParaRPr>
          </a:p>
          <a:p>
            <a:pPr marL="285750" lvl="0" indent="-285750" algn="l" rtl="0">
              <a:spcBef>
                <a:spcPts val="1000"/>
              </a:spcBef>
              <a:spcAft>
                <a:spcPts val="0"/>
              </a:spcAft>
              <a:buSzPts val="2900"/>
              <a:buChar char="•"/>
            </a:pPr>
            <a:r>
              <a:rPr lang="en" sz="2000">
                <a:latin typeface="Verdana"/>
                <a:ea typeface="Verdana"/>
                <a:cs typeface="Verdana"/>
                <a:sym typeface="Verdana"/>
              </a:rPr>
              <a:t>2.5. Extreme Programming</a:t>
            </a:r>
            <a:endParaRPr sz="2000">
              <a:latin typeface="Verdana"/>
              <a:ea typeface="Verdana"/>
              <a:cs typeface="Verdana"/>
              <a:sym typeface="Verdana"/>
            </a:endParaRPr>
          </a:p>
          <a:p>
            <a:pPr marL="285750" lvl="0" indent="-285750" algn="l" rtl="0">
              <a:spcBef>
                <a:spcPts val="1000"/>
              </a:spcBef>
              <a:spcAft>
                <a:spcPts val="0"/>
              </a:spcAft>
              <a:buSzPts val="2900"/>
              <a:buChar char="•"/>
            </a:pPr>
            <a:r>
              <a:rPr lang="en" sz="2000">
                <a:latin typeface="Verdana"/>
                <a:ea typeface="Verdana"/>
                <a:cs typeface="Verdana"/>
                <a:sym typeface="Verdana"/>
              </a:rPr>
              <a:t>2.6. Test-driven Development</a:t>
            </a:r>
            <a:endParaRPr sz="2000">
              <a:latin typeface="Verdana"/>
              <a:ea typeface="Verdana"/>
              <a:cs typeface="Verdana"/>
              <a:sym typeface="Verdana"/>
            </a:endParaRPr>
          </a:p>
        </p:txBody>
      </p:sp>
    </p:spTree>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29"/>
          <p:cNvSpPr txBox="1">
            <a:spLocks noGrp="1"/>
          </p:cNvSpPr>
          <p:nvPr>
            <p:ph type="title"/>
          </p:nvPr>
        </p:nvSpPr>
        <p:spPr>
          <a:xfrm>
            <a:off x="1326369" y="561109"/>
            <a:ext cx="10707689" cy="41140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Clr>
                <a:schemeClr val="dk1"/>
              </a:buClr>
              <a:buSzPts val="3000"/>
              <a:buFont typeface="Verdana"/>
              <a:buNone/>
            </a:pPr>
            <a:r>
              <a:rPr lang="en" sz="3000" b="1">
                <a:latin typeface="Verdana"/>
                <a:ea typeface="Verdana"/>
                <a:cs typeface="Verdana"/>
                <a:sym typeface="Verdana"/>
              </a:rPr>
              <a:t>2.1. Unified Approach </a:t>
            </a:r>
            <a:r>
              <a:rPr lang="el-GR" sz="3000" b="1">
                <a:latin typeface="Verdana"/>
                <a:ea typeface="Verdana"/>
                <a:cs typeface="Verdana"/>
                <a:sym typeface="Verdana"/>
              </a:rPr>
              <a:t/>
            </a:r>
            <a:br>
              <a:rPr lang="el-GR" sz="3000" b="1">
                <a:latin typeface="Verdana"/>
                <a:ea typeface="Verdana"/>
                <a:cs typeface="Verdana"/>
                <a:sym typeface="Verdana"/>
              </a:rPr>
            </a:br>
            <a:r>
              <a:rPr lang="en" sz="3000" b="1">
                <a:latin typeface="Verdana"/>
                <a:ea typeface="Verdana"/>
                <a:cs typeface="Verdana"/>
                <a:sym typeface="Verdana"/>
              </a:rPr>
              <a:t>(Unified Process)</a:t>
            </a:r>
            <a:endParaRPr sz="3000">
              <a:latin typeface="Verdana"/>
              <a:ea typeface="Verdana"/>
              <a:cs typeface="Verdana"/>
              <a:sym typeface="Verdana"/>
            </a:endParaRPr>
          </a:p>
        </p:txBody>
      </p:sp>
      <p:sp>
        <p:nvSpPr>
          <p:cNvPr id="339" name="Google Shape;339;p29"/>
          <p:cNvSpPr txBox="1">
            <a:spLocks noGrp="1"/>
          </p:cNvSpPr>
          <p:nvPr>
            <p:ph type="body" idx="2"/>
          </p:nvPr>
        </p:nvSpPr>
        <p:spPr>
          <a:xfrm>
            <a:off x="1392871" y="2909453"/>
            <a:ext cx="3549121" cy="1263457"/>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SzPts val="2320"/>
              <a:buNone/>
            </a:pPr>
            <a:r>
              <a:rPr lang="en">
                <a:latin typeface="Verdana"/>
                <a:ea typeface="Verdana"/>
                <a:cs typeface="Verdana"/>
                <a:sym typeface="Verdana"/>
              </a:rPr>
              <a:t>Integrated project management divides the project into phases (initiation, planning, execution, and transition) with specific goals and outcomes for each. It organizes the activities of each phase, guiding it towards the successful completion of the project with structured steps and controls.</a:t>
            </a:r>
            <a:endParaRPr>
              <a:latin typeface="Verdana"/>
              <a:ea typeface="Verdana"/>
              <a:cs typeface="Verdana"/>
              <a:sym typeface="Verdana"/>
            </a:endParaRPr>
          </a:p>
        </p:txBody>
      </p:sp>
      <p:sp>
        <p:nvSpPr>
          <p:cNvPr id="340" name="Google Shape;340;p29"/>
          <p:cNvSpPr/>
          <p:nvPr/>
        </p:nvSpPr>
        <p:spPr>
          <a:xfrm>
            <a:off x="1484311" y="787845"/>
            <a:ext cx="2473754" cy="70784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000" b="1" dirty="0">
                <a:solidFill>
                  <a:schemeClr val="dk1"/>
                </a:solidFill>
                <a:latin typeface="Verdana"/>
                <a:ea typeface="Verdana"/>
                <a:cs typeface="Verdana"/>
                <a:sym typeface="Verdana"/>
              </a:rPr>
              <a:t>2.1.1. </a:t>
            </a:r>
            <a:r>
              <a:rPr lang="en" sz="2000" b="1" dirty="0" smtClean="0">
                <a:solidFill>
                  <a:schemeClr val="dk1"/>
                </a:solidFill>
                <a:latin typeface="Verdana"/>
                <a:ea typeface="Verdana"/>
                <a:cs typeface="Verdana"/>
                <a:sym typeface="Verdana"/>
              </a:rPr>
              <a:t>Introduction</a:t>
            </a:r>
            <a:endParaRPr sz="2000" b="1" dirty="0">
              <a:solidFill>
                <a:schemeClr val="dk1"/>
              </a:solidFill>
              <a:latin typeface="Verdana"/>
              <a:ea typeface="Verdana"/>
              <a:cs typeface="Verdana"/>
              <a:sym typeface="Verdana"/>
            </a:endParaRPr>
          </a:p>
        </p:txBody>
      </p:sp>
      <p:sp>
        <p:nvSpPr>
          <p:cNvPr id="2" name="Text Placeholder 1"/>
          <p:cNvSpPr>
            <a:spLocks noGrp="1"/>
          </p:cNvSpPr>
          <p:nvPr>
            <p:ph type="body" idx="1"/>
          </p:nvPr>
        </p:nvSpPr>
        <p:spPr/>
        <p:txBody>
          <a:bodyPr/>
          <a:lstStyle/>
          <a:p>
            <a:endParaRPr lang="en-US"/>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29740" y="1215903"/>
            <a:ext cx="6505575" cy="507682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30"/>
          <p:cNvSpPr txBox="1">
            <a:spLocks noGrp="1"/>
          </p:cNvSpPr>
          <p:nvPr>
            <p:ph type="title"/>
          </p:nvPr>
        </p:nvSpPr>
        <p:spPr>
          <a:xfrm>
            <a:off x="1484310" y="-16625"/>
            <a:ext cx="1058862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n" sz="3000" b="1">
                <a:latin typeface="Verdana"/>
                <a:ea typeface="Verdana"/>
                <a:cs typeface="Verdana"/>
                <a:sym typeface="Verdana"/>
              </a:rPr>
              <a:t>2.1. Unified Approach </a:t>
            </a:r>
            <a:r>
              <a:rPr lang="el-GR" sz="3000" b="1">
                <a:latin typeface="Verdana"/>
                <a:ea typeface="Verdana"/>
                <a:cs typeface="Verdana"/>
                <a:sym typeface="Verdana"/>
              </a:rPr>
              <a:t/>
            </a:r>
            <a:br>
              <a:rPr lang="el-GR" sz="3000" b="1">
                <a:latin typeface="Verdana"/>
                <a:ea typeface="Verdana"/>
                <a:cs typeface="Verdana"/>
                <a:sym typeface="Verdana"/>
              </a:rPr>
            </a:br>
            <a:r>
              <a:rPr lang="en" sz="3000" b="1">
                <a:latin typeface="Verdana"/>
                <a:ea typeface="Verdana"/>
                <a:cs typeface="Verdana"/>
                <a:sym typeface="Verdana"/>
              </a:rPr>
              <a:t>(Unified Process)</a:t>
            </a:r>
            <a:endParaRPr/>
          </a:p>
        </p:txBody>
      </p:sp>
      <p:sp>
        <p:nvSpPr>
          <p:cNvPr id="346" name="Google Shape;346;p30"/>
          <p:cNvSpPr txBox="1">
            <a:spLocks noGrp="1"/>
          </p:cNvSpPr>
          <p:nvPr>
            <p:ph type="body" idx="1"/>
          </p:nvPr>
        </p:nvSpPr>
        <p:spPr>
          <a:xfrm>
            <a:off x="1484310" y="2170216"/>
            <a:ext cx="10018713" cy="3124201"/>
          </a:xfrm>
          <a:prstGeom prst="rect">
            <a:avLst/>
          </a:prstGeom>
          <a:noFill/>
          <a:ln>
            <a:noFill/>
          </a:ln>
        </p:spPr>
        <p:txBody>
          <a:bodyPr spcFirstLastPara="1" wrap="square" lIns="91425" tIns="45700" rIns="91425" bIns="45700" anchor="ctr" anchorCtr="0">
            <a:normAutofit/>
          </a:bodyPr>
          <a:lstStyle/>
          <a:p>
            <a:pPr marL="285750" lvl="0" indent="-285750">
              <a:spcBef>
                <a:spcPts val="0"/>
              </a:spcBef>
              <a:buSzPts val="2320"/>
            </a:pPr>
            <a:r>
              <a:rPr lang="en" sz="1600" dirty="0">
                <a:latin typeface="Verdana"/>
                <a:ea typeface="Verdana"/>
                <a:cs typeface="Verdana"/>
                <a:sym typeface="Verdana"/>
              </a:rPr>
              <a:t>Autonomy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It completes the process autonomously.</a:t>
            </a:r>
            <a:endParaRPr dirty="0"/>
          </a:p>
          <a:p>
            <a:pPr marL="285750" lvl="0" indent="-285750">
              <a:spcBef>
                <a:spcPts val="920"/>
              </a:spcBef>
              <a:buSzPts val="2320"/>
            </a:pPr>
            <a:r>
              <a:rPr lang="en" sz="1600" dirty="0">
                <a:latin typeface="Verdana"/>
                <a:ea typeface="Verdana"/>
                <a:cs typeface="Verdana"/>
                <a:sym typeface="Verdana"/>
              </a:rPr>
              <a:t>Risk Management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Supports control and risk management.</a:t>
            </a:r>
            <a:endParaRPr dirty="0"/>
          </a:p>
          <a:p>
            <a:pPr marL="285750" lvl="0" indent="-285750">
              <a:spcBef>
                <a:spcPts val="920"/>
              </a:spcBef>
              <a:buSzPts val="2320"/>
            </a:pPr>
            <a:r>
              <a:rPr lang="en" sz="1600" dirty="0">
                <a:latin typeface="Verdana"/>
                <a:ea typeface="Verdana"/>
                <a:cs typeface="Verdana"/>
                <a:sym typeface="Verdana"/>
              </a:rPr>
              <a:t>Time Efficiency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Makes efficient use of elements with repeated use.</a:t>
            </a:r>
            <a:endParaRPr dirty="0"/>
          </a:p>
          <a:p>
            <a:pPr marL="285750" lvl="0" indent="-285750">
              <a:spcBef>
                <a:spcPts val="920"/>
              </a:spcBef>
              <a:buSzPts val="2320"/>
            </a:pPr>
            <a:r>
              <a:rPr lang="en" sz="1600" dirty="0">
                <a:latin typeface="Verdana"/>
                <a:ea typeface="Verdana"/>
                <a:cs typeface="Verdana"/>
                <a:sym typeface="Verdana"/>
              </a:rPr>
              <a:t>Online Support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It has good online support.</a:t>
            </a:r>
            <a:endParaRPr dirty="0"/>
          </a:p>
          <a:p>
            <a:pPr marL="0" lvl="0" indent="0" algn="l" rtl="0">
              <a:spcBef>
                <a:spcPts val="820"/>
              </a:spcBef>
              <a:spcAft>
                <a:spcPts val="0"/>
              </a:spcAft>
              <a:buSzPts val="1595"/>
              <a:buNone/>
            </a:pPr>
            <a:endParaRPr sz="1100" dirty="0">
              <a:latin typeface="Verdana"/>
              <a:ea typeface="Verdana"/>
              <a:cs typeface="Verdana"/>
              <a:sym typeface="Verdana"/>
            </a:endParaRPr>
          </a:p>
        </p:txBody>
      </p:sp>
      <p:sp>
        <p:nvSpPr>
          <p:cNvPr id="347" name="Google Shape;347;p30"/>
          <p:cNvSpPr/>
          <p:nvPr/>
        </p:nvSpPr>
        <p:spPr>
          <a:xfrm>
            <a:off x="1484310" y="1087869"/>
            <a:ext cx="3299301"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000" b="1">
                <a:solidFill>
                  <a:schemeClr val="dk1"/>
                </a:solidFill>
                <a:latin typeface="Verdana"/>
                <a:ea typeface="Verdana"/>
                <a:cs typeface="Verdana"/>
                <a:sym typeface="Verdana"/>
              </a:rPr>
              <a:t>2.1.2. Advantages</a:t>
            </a:r>
            <a:endParaRPr sz="2000" b="1">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31"/>
          <p:cNvSpPr txBox="1">
            <a:spLocks noGrp="1"/>
          </p:cNvSpPr>
          <p:nvPr>
            <p:ph type="title"/>
          </p:nvPr>
        </p:nvSpPr>
        <p:spPr>
          <a:xfrm>
            <a:off x="1484310" y="-16625"/>
            <a:ext cx="1058862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n" sz="3000" b="1">
                <a:latin typeface="Verdana"/>
                <a:ea typeface="Verdana"/>
                <a:cs typeface="Verdana"/>
                <a:sym typeface="Verdana"/>
              </a:rPr>
              <a:t>2.1. Unified Approach </a:t>
            </a:r>
            <a:r>
              <a:rPr lang="el-GR" sz="3000" b="1">
                <a:latin typeface="Verdana"/>
                <a:ea typeface="Verdana"/>
                <a:cs typeface="Verdana"/>
                <a:sym typeface="Verdana"/>
              </a:rPr>
              <a:t/>
            </a:r>
            <a:br>
              <a:rPr lang="el-GR" sz="3000" b="1">
                <a:latin typeface="Verdana"/>
                <a:ea typeface="Verdana"/>
                <a:cs typeface="Verdana"/>
                <a:sym typeface="Verdana"/>
              </a:rPr>
            </a:br>
            <a:r>
              <a:rPr lang="en" sz="3000" b="1">
                <a:latin typeface="Verdana"/>
                <a:ea typeface="Verdana"/>
                <a:cs typeface="Verdana"/>
                <a:sym typeface="Verdana"/>
              </a:rPr>
              <a:t>(Unified Process)</a:t>
            </a:r>
            <a:endParaRPr/>
          </a:p>
        </p:txBody>
      </p:sp>
      <p:sp>
        <p:nvSpPr>
          <p:cNvPr id="353" name="Google Shape;353;p31"/>
          <p:cNvSpPr txBox="1">
            <a:spLocks noGrp="1"/>
          </p:cNvSpPr>
          <p:nvPr>
            <p:ph type="body" idx="1"/>
          </p:nvPr>
        </p:nvSpPr>
        <p:spPr>
          <a:xfrm>
            <a:off x="1484310" y="2170216"/>
            <a:ext cx="10018713" cy="3124201"/>
          </a:xfrm>
          <a:prstGeom prst="rect">
            <a:avLst/>
          </a:prstGeom>
          <a:noFill/>
          <a:ln>
            <a:noFill/>
          </a:ln>
        </p:spPr>
        <p:txBody>
          <a:bodyPr spcFirstLastPara="1" wrap="square" lIns="91425" tIns="45700" rIns="91425" bIns="45700" anchor="ctr" anchorCtr="0">
            <a:normAutofit/>
          </a:bodyPr>
          <a:lstStyle/>
          <a:p>
            <a:pPr marL="285750" lvl="0" indent="-285750">
              <a:spcBef>
                <a:spcPts val="0"/>
              </a:spcBef>
              <a:buSzPts val="2320"/>
            </a:pPr>
            <a:r>
              <a:rPr lang="en" sz="1600" dirty="0">
                <a:latin typeface="Verdana"/>
                <a:ea typeface="Verdana"/>
                <a:cs typeface="Verdana"/>
                <a:sym typeface="Verdana"/>
              </a:rPr>
              <a:t>Requires Specialists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Complexity that requires specialists.</a:t>
            </a:r>
            <a:endParaRPr dirty="0"/>
          </a:p>
          <a:p>
            <a:pPr marL="285750" lvl="0" indent="-285750">
              <a:spcBef>
                <a:spcPts val="920"/>
              </a:spcBef>
              <a:buSzPts val="2320"/>
            </a:pPr>
            <a:r>
              <a:rPr lang="en" sz="1600" dirty="0">
                <a:latin typeface="Verdana"/>
                <a:ea typeface="Verdana"/>
                <a:cs typeface="Verdana"/>
                <a:sym typeface="Verdana"/>
              </a:rPr>
              <a:t>Complexity and Disorder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It can create an impression of complexity and lack of organization.</a:t>
            </a:r>
            <a:endParaRPr dirty="0"/>
          </a:p>
          <a:p>
            <a:pPr marL="285750" lvl="0" indent="-285750">
              <a:spcBef>
                <a:spcPts val="920"/>
              </a:spcBef>
              <a:buSzPts val="2320"/>
            </a:pPr>
            <a:r>
              <a:rPr lang="en" sz="1600" dirty="0">
                <a:latin typeface="Verdana"/>
                <a:ea typeface="Verdana"/>
                <a:cs typeface="Verdana"/>
                <a:sym typeface="Verdana"/>
              </a:rPr>
              <a:t>Greater Dependence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Reliance on risk management.</a:t>
            </a:r>
            <a:endParaRPr dirty="0"/>
          </a:p>
          <a:p>
            <a:pPr marL="285750" lvl="0" indent="-285750">
              <a:spcBef>
                <a:spcPts val="920"/>
              </a:spcBef>
              <a:buSzPts val="2320"/>
            </a:pPr>
            <a:r>
              <a:rPr lang="en" sz="1600" dirty="0">
                <a:latin typeface="Verdana"/>
                <a:ea typeface="Verdana"/>
                <a:cs typeface="Verdana"/>
                <a:sym typeface="Verdana"/>
              </a:rPr>
              <a:t>Integration Difficulty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Difficulty repeating the process and incorporating changes.</a:t>
            </a:r>
            <a:endParaRPr dirty="0"/>
          </a:p>
          <a:p>
            <a:pPr marL="0" lvl="0" indent="0" algn="l" rtl="0">
              <a:spcBef>
                <a:spcPts val="820"/>
              </a:spcBef>
              <a:spcAft>
                <a:spcPts val="0"/>
              </a:spcAft>
              <a:buSzPts val="1595"/>
              <a:buNone/>
            </a:pPr>
            <a:endParaRPr sz="1100" dirty="0">
              <a:latin typeface="Verdana"/>
              <a:ea typeface="Verdana"/>
              <a:cs typeface="Verdana"/>
              <a:sym typeface="Verdana"/>
            </a:endParaRPr>
          </a:p>
        </p:txBody>
      </p:sp>
      <p:sp>
        <p:nvSpPr>
          <p:cNvPr id="354" name="Google Shape;354;p31"/>
          <p:cNvSpPr/>
          <p:nvPr/>
        </p:nvSpPr>
        <p:spPr>
          <a:xfrm>
            <a:off x="1484310" y="1087869"/>
            <a:ext cx="3249608"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000" b="1">
                <a:solidFill>
                  <a:schemeClr val="dk1"/>
                </a:solidFill>
                <a:latin typeface="Verdana"/>
                <a:ea typeface="Verdana"/>
                <a:cs typeface="Verdana"/>
                <a:sym typeface="Verdana"/>
              </a:rPr>
              <a:t>2.1.3. Disadvantages</a:t>
            </a:r>
            <a:endParaRPr sz="2000" b="1">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32"/>
          <p:cNvSpPr txBox="1">
            <a:spLocks noGrp="1"/>
          </p:cNvSpPr>
          <p:nvPr>
            <p:ph type="title"/>
          </p:nvPr>
        </p:nvSpPr>
        <p:spPr>
          <a:xfrm>
            <a:off x="1484310" y="-16625"/>
            <a:ext cx="1058862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n" sz="3000" b="1">
                <a:latin typeface="Verdana"/>
                <a:ea typeface="Verdana"/>
                <a:cs typeface="Verdana"/>
                <a:sym typeface="Verdana"/>
              </a:rPr>
              <a:t>2.1. Unified Approach </a:t>
            </a:r>
            <a:r>
              <a:rPr lang="el-GR" sz="3000" b="1">
                <a:latin typeface="Verdana"/>
                <a:ea typeface="Verdana"/>
                <a:cs typeface="Verdana"/>
                <a:sym typeface="Verdana"/>
              </a:rPr>
              <a:t/>
            </a:r>
            <a:br>
              <a:rPr lang="el-GR" sz="3000" b="1">
                <a:latin typeface="Verdana"/>
                <a:ea typeface="Verdana"/>
                <a:cs typeface="Verdana"/>
                <a:sym typeface="Verdana"/>
              </a:rPr>
            </a:br>
            <a:r>
              <a:rPr lang="en" sz="3000" b="1">
                <a:latin typeface="Verdana"/>
                <a:ea typeface="Verdana"/>
                <a:cs typeface="Verdana"/>
                <a:sym typeface="Verdana"/>
              </a:rPr>
              <a:t>(Unified Process)</a:t>
            </a:r>
            <a:endParaRPr/>
          </a:p>
        </p:txBody>
      </p:sp>
      <p:sp>
        <p:nvSpPr>
          <p:cNvPr id="360" name="Google Shape;360;p32"/>
          <p:cNvSpPr txBox="1">
            <a:spLocks noGrp="1"/>
          </p:cNvSpPr>
          <p:nvPr>
            <p:ph type="body" idx="1"/>
          </p:nvPr>
        </p:nvSpPr>
        <p:spPr>
          <a:xfrm>
            <a:off x="1484310" y="2170216"/>
            <a:ext cx="10018713" cy="3124201"/>
          </a:xfrm>
          <a:prstGeom prst="rect">
            <a:avLst/>
          </a:prstGeom>
          <a:noFill/>
          <a:ln>
            <a:noFill/>
          </a:ln>
        </p:spPr>
        <p:txBody>
          <a:bodyPr spcFirstLastPara="1" wrap="square" lIns="91425" tIns="45700" rIns="91425" bIns="45700" anchor="ctr" anchorCtr="0">
            <a:normAutofit/>
          </a:bodyPr>
          <a:lstStyle/>
          <a:p>
            <a:pPr marL="0" lvl="0" indent="0" algn="l" rtl="0">
              <a:spcBef>
                <a:spcPts val="920"/>
              </a:spcBef>
              <a:spcAft>
                <a:spcPts val="0"/>
              </a:spcAft>
              <a:buNone/>
            </a:pPr>
            <a:r>
              <a:rPr lang="en" sz="1600">
                <a:latin typeface="Verdana"/>
                <a:ea typeface="Verdana"/>
                <a:cs typeface="Verdana"/>
                <a:sym typeface="Verdana"/>
              </a:rPr>
              <a:t>The unified software development process provides organization and guidance, but can become complex. Its value depends on how we adapt it to the needs of the project. By understanding advantages and possible disadvantages, we adapt the method for effective software development.</a:t>
            </a:r>
            <a:endParaRPr/>
          </a:p>
          <a:p>
            <a:pPr marL="0" lvl="0" indent="0" algn="l" rtl="0">
              <a:spcBef>
                <a:spcPts val="820"/>
              </a:spcBef>
              <a:spcAft>
                <a:spcPts val="0"/>
              </a:spcAft>
              <a:buSzPts val="1595"/>
              <a:buNone/>
            </a:pPr>
            <a:endParaRPr sz="1100">
              <a:latin typeface="Verdana"/>
              <a:ea typeface="Verdana"/>
              <a:cs typeface="Verdana"/>
              <a:sym typeface="Verdana"/>
            </a:endParaRPr>
          </a:p>
        </p:txBody>
      </p:sp>
      <p:sp>
        <p:nvSpPr>
          <p:cNvPr id="361" name="Google Shape;361;p32"/>
          <p:cNvSpPr/>
          <p:nvPr/>
        </p:nvSpPr>
        <p:spPr>
          <a:xfrm>
            <a:off x="1484310" y="1087869"/>
            <a:ext cx="2223686"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000" b="1">
                <a:solidFill>
                  <a:schemeClr val="dk1"/>
                </a:solidFill>
                <a:latin typeface="Verdana"/>
                <a:ea typeface="Verdana"/>
                <a:cs typeface="Verdana"/>
                <a:sym typeface="Verdana"/>
              </a:rPr>
              <a:t>2.1.4. Summary</a:t>
            </a:r>
            <a:endParaRPr sz="2000" b="1">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33"/>
          <p:cNvSpPr txBox="1">
            <a:spLocks noGrp="1"/>
          </p:cNvSpPr>
          <p:nvPr>
            <p:ph type="title"/>
          </p:nvPr>
        </p:nvSpPr>
        <p:spPr>
          <a:xfrm>
            <a:off x="1713440" y="295846"/>
            <a:ext cx="9658371" cy="71905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Clr>
                <a:schemeClr val="dk1"/>
              </a:buClr>
              <a:buSzPts val="3000"/>
              <a:buFont typeface="Verdana"/>
              <a:buNone/>
            </a:pPr>
            <a:r>
              <a:rPr lang="en" sz="3000" b="1">
                <a:latin typeface="Verdana"/>
                <a:ea typeface="Verdana"/>
                <a:cs typeface="Verdana"/>
                <a:sym typeface="Verdana"/>
              </a:rPr>
              <a:t>2.2. Agile </a:t>
            </a:r>
            <a:endParaRPr sz="3000">
              <a:latin typeface="Verdana"/>
              <a:ea typeface="Verdana"/>
              <a:cs typeface="Verdana"/>
              <a:sym typeface="Verdana"/>
            </a:endParaRPr>
          </a:p>
        </p:txBody>
      </p:sp>
      <p:sp>
        <p:nvSpPr>
          <p:cNvPr id="368" name="Google Shape;368;p33"/>
          <p:cNvSpPr txBox="1">
            <a:spLocks noGrp="1"/>
          </p:cNvSpPr>
          <p:nvPr>
            <p:ph type="body" idx="2"/>
          </p:nvPr>
        </p:nvSpPr>
        <p:spPr>
          <a:xfrm>
            <a:off x="1713440" y="2647604"/>
            <a:ext cx="3549121" cy="18288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SzPts val="2320"/>
              <a:buNone/>
            </a:pPr>
            <a:r>
              <a:rPr lang="en">
                <a:latin typeface="Verdana"/>
                <a:ea typeface="Verdana"/>
                <a:cs typeface="Verdana"/>
                <a:sym typeface="Verdana"/>
              </a:rPr>
              <a:t>It is an iterative, agile software development that emphasizes collaboration, adaptability, and continuous delivery. Unlike traditional models, Agile Development follows change and promotes a collaborative environment. Distinguished for breaking projects into small chunks, allowing for regular reassessment and adjustments.</a:t>
            </a:r>
            <a:endParaRPr>
              <a:latin typeface="Verdana"/>
              <a:ea typeface="Verdana"/>
              <a:cs typeface="Verdana"/>
              <a:sym typeface="Verdana"/>
            </a:endParaRPr>
          </a:p>
        </p:txBody>
      </p:sp>
      <p:sp>
        <p:nvSpPr>
          <p:cNvPr id="369" name="Google Shape;369;p33"/>
          <p:cNvSpPr/>
          <p:nvPr/>
        </p:nvSpPr>
        <p:spPr>
          <a:xfrm>
            <a:off x="1713440" y="1138415"/>
            <a:ext cx="2241319" cy="64629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800" b="1" dirty="0">
                <a:solidFill>
                  <a:schemeClr val="dk1"/>
                </a:solidFill>
                <a:latin typeface="Verdana"/>
                <a:ea typeface="Verdana"/>
                <a:cs typeface="Verdana"/>
                <a:sym typeface="Verdana"/>
              </a:rPr>
              <a:t>2.2.1. </a:t>
            </a:r>
            <a:r>
              <a:rPr lang="en" sz="1800" b="1" dirty="0" smtClean="0">
                <a:solidFill>
                  <a:schemeClr val="dk1"/>
                </a:solidFill>
                <a:latin typeface="Verdana"/>
                <a:ea typeface="Verdana"/>
                <a:cs typeface="Verdana"/>
                <a:sym typeface="Verdana"/>
              </a:rPr>
              <a:t>Introduction</a:t>
            </a:r>
            <a:endParaRPr sz="1800" b="1" dirty="0">
              <a:solidFill>
                <a:schemeClr val="dk1"/>
              </a:solidFill>
              <a:latin typeface="Verdana"/>
              <a:ea typeface="Verdana"/>
              <a:cs typeface="Verdana"/>
              <a:sym typeface="Verdana"/>
            </a:endParaRPr>
          </a:p>
        </p:txBody>
      </p:sp>
      <p:sp>
        <p:nvSpPr>
          <p:cNvPr id="2" name="Text Placeholder 1"/>
          <p:cNvSpPr>
            <a:spLocks noGrp="1"/>
          </p:cNvSpPr>
          <p:nvPr>
            <p:ph type="body" idx="1"/>
          </p:nvPr>
        </p:nvSpPr>
        <p:spPr/>
        <p:txBody>
          <a:bodyPr/>
          <a:lstStyle/>
          <a:p>
            <a:endParaRPr lang="en-US"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62033" y="1793128"/>
            <a:ext cx="5822706" cy="3219841"/>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34"/>
          <p:cNvSpPr txBox="1">
            <a:spLocks noGrp="1"/>
          </p:cNvSpPr>
          <p:nvPr>
            <p:ph type="title"/>
          </p:nvPr>
        </p:nvSpPr>
        <p:spPr>
          <a:xfrm>
            <a:off x="1484310" y="-16625"/>
            <a:ext cx="1058862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n" sz="3000" b="1">
                <a:latin typeface="Verdana"/>
                <a:ea typeface="Verdana"/>
                <a:cs typeface="Verdana"/>
                <a:sym typeface="Verdana"/>
              </a:rPr>
              <a:t>2.2. Agile </a:t>
            </a:r>
            <a:endParaRPr/>
          </a:p>
        </p:txBody>
      </p:sp>
      <p:sp>
        <p:nvSpPr>
          <p:cNvPr id="375" name="Google Shape;375;p34"/>
          <p:cNvSpPr txBox="1">
            <a:spLocks noGrp="1"/>
          </p:cNvSpPr>
          <p:nvPr>
            <p:ph type="body" idx="1"/>
          </p:nvPr>
        </p:nvSpPr>
        <p:spPr>
          <a:xfrm>
            <a:off x="1484310" y="2170216"/>
            <a:ext cx="10018713" cy="3124201"/>
          </a:xfrm>
          <a:prstGeom prst="rect">
            <a:avLst/>
          </a:prstGeom>
          <a:noFill/>
          <a:ln>
            <a:noFill/>
          </a:ln>
        </p:spPr>
        <p:txBody>
          <a:bodyPr spcFirstLastPara="1" wrap="square" lIns="91425" tIns="45700" rIns="91425" bIns="45700" anchor="ctr" anchorCtr="0">
            <a:noAutofit/>
          </a:bodyPr>
          <a:lstStyle/>
          <a:p>
            <a:pPr marL="285750" lvl="0" indent="-285750">
              <a:spcBef>
                <a:spcPts val="0"/>
              </a:spcBef>
              <a:buSzPts val="2320"/>
            </a:pPr>
            <a:r>
              <a:rPr lang="en" sz="1600" dirty="0">
                <a:latin typeface="Verdana"/>
                <a:ea typeface="Verdana"/>
                <a:cs typeface="Verdana"/>
                <a:sym typeface="Verdana"/>
              </a:rPr>
              <a:t>Flexibility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The core concept of Agile can be described as a way of approaching changing requirements, constantly creating new avenues for change and adaptation.</a:t>
            </a:r>
            <a:endParaRPr dirty="0"/>
          </a:p>
          <a:p>
            <a:pPr marL="285750" lvl="0" indent="-285750">
              <a:spcBef>
                <a:spcPts val="920"/>
              </a:spcBef>
              <a:buSzPts val="2320"/>
            </a:pPr>
            <a:r>
              <a:rPr lang="en" sz="1600" dirty="0">
                <a:latin typeface="Verdana"/>
                <a:ea typeface="Verdana"/>
                <a:cs typeface="Verdana"/>
                <a:sym typeface="Verdana"/>
              </a:rPr>
              <a:t>Cooperation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Active customer and team involvement creates a rhythm that encourages collaboration and highlights needs with an agreement.</a:t>
            </a:r>
            <a:endParaRPr dirty="0"/>
          </a:p>
          <a:p>
            <a:pPr marL="285750" lvl="0" indent="-285750">
              <a:spcBef>
                <a:spcPts val="920"/>
              </a:spcBef>
              <a:buSzPts val="2320"/>
            </a:pPr>
            <a:r>
              <a:rPr lang="en" sz="1600" dirty="0">
                <a:latin typeface="Verdana"/>
                <a:ea typeface="Verdana"/>
                <a:cs typeface="Verdana"/>
                <a:sym typeface="Verdana"/>
              </a:rPr>
              <a:t>Fast delivery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Frequent deliveries create an impressive functionality, where value meets the customer in a satisfying way.</a:t>
            </a:r>
            <a:r>
              <a:rPr lang="el-GR" sz="1600" dirty="0">
                <a:latin typeface="Verdana"/>
                <a:ea typeface="Verdana"/>
                <a:cs typeface="Verdana"/>
                <a:sym typeface="Verdana"/>
              </a:rPr>
              <a:t/>
            </a:r>
            <a:br>
              <a:rPr lang="el-GR" sz="1600" dirty="0">
                <a:latin typeface="Verdana"/>
                <a:ea typeface="Verdana"/>
                <a:cs typeface="Verdana"/>
                <a:sym typeface="Verdana"/>
              </a:rPr>
            </a:br>
            <a:endParaRPr sz="1600" dirty="0">
              <a:latin typeface="Verdana"/>
              <a:ea typeface="Verdana"/>
              <a:cs typeface="Verdana"/>
              <a:sym typeface="Verdana"/>
            </a:endParaRPr>
          </a:p>
        </p:txBody>
      </p:sp>
      <p:sp>
        <p:nvSpPr>
          <p:cNvPr id="376" name="Google Shape;376;p34"/>
          <p:cNvSpPr/>
          <p:nvPr/>
        </p:nvSpPr>
        <p:spPr>
          <a:xfrm>
            <a:off x="1484310" y="1087869"/>
            <a:ext cx="3299301"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000" b="1">
                <a:solidFill>
                  <a:schemeClr val="dk1"/>
                </a:solidFill>
                <a:latin typeface="Verdana"/>
                <a:ea typeface="Verdana"/>
                <a:cs typeface="Verdana"/>
                <a:sym typeface="Verdana"/>
              </a:rPr>
              <a:t>2.2.2. Advantages</a:t>
            </a:r>
            <a:endParaRPr sz="2000" b="1">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35"/>
          <p:cNvSpPr txBox="1">
            <a:spLocks noGrp="1"/>
          </p:cNvSpPr>
          <p:nvPr>
            <p:ph type="title"/>
          </p:nvPr>
        </p:nvSpPr>
        <p:spPr>
          <a:xfrm>
            <a:off x="1484310" y="-16625"/>
            <a:ext cx="1058862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n" sz="3000" b="1">
                <a:latin typeface="Verdana"/>
                <a:ea typeface="Verdana"/>
                <a:cs typeface="Verdana"/>
                <a:sym typeface="Verdana"/>
              </a:rPr>
              <a:t>2.2. Agile </a:t>
            </a:r>
            <a:endParaRPr/>
          </a:p>
        </p:txBody>
      </p:sp>
      <p:sp>
        <p:nvSpPr>
          <p:cNvPr id="382" name="Google Shape;382;p35"/>
          <p:cNvSpPr txBox="1">
            <a:spLocks noGrp="1"/>
          </p:cNvSpPr>
          <p:nvPr>
            <p:ph type="body" idx="1"/>
          </p:nvPr>
        </p:nvSpPr>
        <p:spPr>
          <a:xfrm>
            <a:off x="1484310" y="2170216"/>
            <a:ext cx="10018713" cy="3124201"/>
          </a:xfrm>
          <a:prstGeom prst="rect">
            <a:avLst/>
          </a:prstGeom>
          <a:noFill/>
          <a:ln>
            <a:noFill/>
          </a:ln>
        </p:spPr>
        <p:txBody>
          <a:bodyPr spcFirstLastPara="1" wrap="square" lIns="91425" tIns="45700" rIns="91425" bIns="45700" anchor="ctr" anchorCtr="0">
            <a:normAutofit/>
          </a:bodyPr>
          <a:lstStyle/>
          <a:p>
            <a:pPr marL="285750" lvl="0" indent="-285750" algn="l" rtl="0">
              <a:spcBef>
                <a:spcPts val="0"/>
              </a:spcBef>
              <a:spcAft>
                <a:spcPts val="0"/>
              </a:spcAft>
              <a:buSzPts val="2320"/>
              <a:buChar char="•"/>
            </a:pPr>
            <a:r>
              <a:rPr lang="en" sz="1600" dirty="0">
                <a:latin typeface="Verdana"/>
                <a:ea typeface="Verdana"/>
                <a:cs typeface="Verdana"/>
                <a:sym typeface="Verdana"/>
              </a:rPr>
              <a:t>Time pressure </a:t>
            </a:r>
            <a:r>
              <a:rPr lang="en" sz="1600" dirty="0" smtClean="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The need for intense participation requires time and availability, thus disrupting the flow of time with demanding gaps.</a:t>
            </a:r>
            <a:endParaRPr sz="1600" dirty="0">
              <a:latin typeface="Verdana"/>
              <a:ea typeface="Verdana"/>
              <a:cs typeface="Verdana"/>
              <a:sym typeface="Verdana"/>
            </a:endParaRPr>
          </a:p>
          <a:p>
            <a:pPr marL="285750" lvl="0" indent="-285750">
              <a:spcBef>
                <a:spcPts val="920"/>
              </a:spcBef>
              <a:buSzPts val="2320"/>
            </a:pPr>
            <a:r>
              <a:rPr lang="en" sz="1600" dirty="0">
                <a:latin typeface="Verdana"/>
                <a:ea typeface="Verdana"/>
                <a:cs typeface="Verdana"/>
                <a:sym typeface="Verdana"/>
              </a:rPr>
              <a:t>Lack of discriminative analysis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In difficult projects, the lack of detailed analysis is like trying to complete a puzzle without all the pieces.</a:t>
            </a:r>
            <a:endParaRPr dirty="0"/>
          </a:p>
          <a:p>
            <a:pPr marL="0" lvl="0" indent="0" algn="l" rtl="0">
              <a:spcBef>
                <a:spcPts val="920"/>
              </a:spcBef>
              <a:spcAft>
                <a:spcPts val="0"/>
              </a:spcAft>
              <a:buSzPts val="2320"/>
              <a:buNone/>
            </a:pPr>
            <a:endParaRPr sz="1600" dirty="0">
              <a:latin typeface="Verdana"/>
              <a:ea typeface="Verdana"/>
              <a:cs typeface="Verdana"/>
              <a:sym typeface="Verdana"/>
            </a:endParaRPr>
          </a:p>
        </p:txBody>
      </p:sp>
      <p:sp>
        <p:nvSpPr>
          <p:cNvPr id="383" name="Google Shape;383;p35"/>
          <p:cNvSpPr/>
          <p:nvPr/>
        </p:nvSpPr>
        <p:spPr>
          <a:xfrm>
            <a:off x="1484310" y="1087869"/>
            <a:ext cx="3249608"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000" b="1">
                <a:solidFill>
                  <a:schemeClr val="dk1"/>
                </a:solidFill>
                <a:latin typeface="Verdana"/>
                <a:ea typeface="Verdana"/>
                <a:cs typeface="Verdana"/>
                <a:sym typeface="Verdana"/>
              </a:rPr>
              <a:t>2.2.3. Disadvantages</a:t>
            </a:r>
            <a:endParaRPr sz="2000" b="1">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36"/>
          <p:cNvSpPr txBox="1">
            <a:spLocks noGrp="1"/>
          </p:cNvSpPr>
          <p:nvPr>
            <p:ph type="title"/>
          </p:nvPr>
        </p:nvSpPr>
        <p:spPr>
          <a:xfrm>
            <a:off x="1484310" y="-16625"/>
            <a:ext cx="1058862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n" sz="3000" b="1">
                <a:latin typeface="Verdana"/>
                <a:ea typeface="Verdana"/>
                <a:cs typeface="Verdana"/>
                <a:sym typeface="Verdana"/>
              </a:rPr>
              <a:t>2.2. Agile </a:t>
            </a:r>
            <a:endParaRPr/>
          </a:p>
        </p:txBody>
      </p:sp>
      <p:sp>
        <p:nvSpPr>
          <p:cNvPr id="389" name="Google Shape;389;p36"/>
          <p:cNvSpPr txBox="1">
            <a:spLocks noGrp="1"/>
          </p:cNvSpPr>
          <p:nvPr>
            <p:ph type="body" idx="1"/>
          </p:nvPr>
        </p:nvSpPr>
        <p:spPr>
          <a:xfrm>
            <a:off x="1484310" y="2170216"/>
            <a:ext cx="10018713" cy="3124201"/>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SzPts val="2320"/>
              <a:buNone/>
            </a:pPr>
            <a:r>
              <a:rPr lang="en" sz="1600">
                <a:latin typeface="Verdana"/>
                <a:ea typeface="Verdana"/>
                <a:cs typeface="Verdana"/>
                <a:sym typeface="Verdana"/>
              </a:rPr>
              <a:t>Overall, Agile Development moves the focus from strategy to communication, allowing development to drive collaboration and continuous delivery of working software.</a:t>
            </a:r>
            <a:endParaRPr/>
          </a:p>
        </p:txBody>
      </p:sp>
      <p:sp>
        <p:nvSpPr>
          <p:cNvPr id="390" name="Google Shape;390;p36"/>
          <p:cNvSpPr/>
          <p:nvPr/>
        </p:nvSpPr>
        <p:spPr>
          <a:xfrm>
            <a:off x="1484310" y="1087869"/>
            <a:ext cx="2223686"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000" b="1">
                <a:solidFill>
                  <a:schemeClr val="dk1"/>
                </a:solidFill>
                <a:latin typeface="Verdana"/>
                <a:ea typeface="Verdana"/>
                <a:cs typeface="Verdana"/>
                <a:sym typeface="Verdana"/>
              </a:rPr>
              <a:t>2.1.4. Summary</a:t>
            </a:r>
            <a:endParaRPr sz="2000" b="1">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37"/>
          <p:cNvSpPr txBox="1">
            <a:spLocks noGrp="1"/>
          </p:cNvSpPr>
          <p:nvPr>
            <p:ph type="title"/>
          </p:nvPr>
        </p:nvSpPr>
        <p:spPr>
          <a:xfrm>
            <a:off x="2729662" y="368543"/>
            <a:ext cx="7751128" cy="403578"/>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Clr>
                <a:schemeClr val="dk1"/>
              </a:buClr>
              <a:buSzPts val="3000"/>
              <a:buFont typeface="Verdana"/>
              <a:buNone/>
            </a:pPr>
            <a:r>
              <a:rPr lang="en" sz="3000" b="1">
                <a:latin typeface="Verdana"/>
                <a:ea typeface="Verdana"/>
                <a:cs typeface="Verdana"/>
                <a:sym typeface="Verdana"/>
              </a:rPr>
              <a:t>2.3. DevOps Development</a:t>
            </a:r>
            <a:endParaRPr sz="3000">
              <a:latin typeface="Verdana"/>
              <a:ea typeface="Verdana"/>
              <a:cs typeface="Verdana"/>
              <a:sym typeface="Verdana"/>
            </a:endParaRPr>
          </a:p>
        </p:txBody>
      </p:sp>
      <p:sp>
        <p:nvSpPr>
          <p:cNvPr id="397" name="Google Shape;397;p37"/>
          <p:cNvSpPr txBox="1">
            <a:spLocks noGrp="1"/>
          </p:cNvSpPr>
          <p:nvPr>
            <p:ph type="body" idx="2"/>
          </p:nvPr>
        </p:nvSpPr>
        <p:spPr>
          <a:xfrm>
            <a:off x="1401185" y="2324100"/>
            <a:ext cx="3549121" cy="18288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SzPts val="2320"/>
              <a:buNone/>
            </a:pPr>
            <a:r>
              <a:rPr lang="en">
                <a:latin typeface="Verdana"/>
                <a:ea typeface="Verdana"/>
                <a:cs typeface="Verdana"/>
                <a:sym typeface="Verdana"/>
              </a:rPr>
              <a:t>DevOps combines Developing and Operations for collaborative development, enabling rapid delivery and minimizing errors.</a:t>
            </a:r>
            <a:endParaRPr>
              <a:latin typeface="Verdana"/>
              <a:ea typeface="Verdana"/>
              <a:cs typeface="Verdana"/>
              <a:sym typeface="Verdana"/>
            </a:endParaRPr>
          </a:p>
        </p:txBody>
      </p:sp>
      <p:sp>
        <p:nvSpPr>
          <p:cNvPr id="398" name="Google Shape;398;p37"/>
          <p:cNvSpPr/>
          <p:nvPr/>
        </p:nvSpPr>
        <p:spPr>
          <a:xfrm>
            <a:off x="1609003" y="806507"/>
            <a:ext cx="2241319" cy="64629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800" b="1" dirty="0">
                <a:solidFill>
                  <a:schemeClr val="dk1"/>
                </a:solidFill>
                <a:latin typeface="Verdana"/>
                <a:ea typeface="Verdana"/>
                <a:cs typeface="Verdana"/>
                <a:sym typeface="Verdana"/>
              </a:rPr>
              <a:t>2.3.1. </a:t>
            </a:r>
            <a:r>
              <a:rPr lang="en" sz="1800" b="1" dirty="0" smtClean="0">
                <a:solidFill>
                  <a:schemeClr val="dk1"/>
                </a:solidFill>
                <a:latin typeface="Verdana"/>
                <a:ea typeface="Verdana"/>
                <a:cs typeface="Verdana"/>
                <a:sym typeface="Verdana"/>
              </a:rPr>
              <a:t>Introduction</a:t>
            </a:r>
            <a:endParaRPr sz="1800" b="1" dirty="0">
              <a:solidFill>
                <a:schemeClr val="dk1"/>
              </a:solidFill>
              <a:latin typeface="Verdana"/>
              <a:ea typeface="Verdana"/>
              <a:cs typeface="Verdana"/>
              <a:sym typeface="Verdana"/>
            </a:endParaRPr>
          </a:p>
        </p:txBody>
      </p:sp>
      <p:sp>
        <p:nvSpPr>
          <p:cNvPr id="2" name="Text Placeholder 1"/>
          <p:cNvSpPr>
            <a:spLocks noGrp="1"/>
          </p:cNvSpPr>
          <p:nvPr>
            <p:ph type="body" idx="1"/>
          </p:nvPr>
        </p:nvSpPr>
        <p:spPr/>
        <p:txBody>
          <a:bodyPr/>
          <a:lstStyle/>
          <a:p>
            <a:endParaRPr lang="en-US"/>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66266" y="1452797"/>
            <a:ext cx="6465277" cy="3920837"/>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38"/>
          <p:cNvSpPr txBox="1">
            <a:spLocks noGrp="1"/>
          </p:cNvSpPr>
          <p:nvPr>
            <p:ph type="title"/>
          </p:nvPr>
        </p:nvSpPr>
        <p:spPr>
          <a:xfrm>
            <a:off x="1484310" y="-16625"/>
            <a:ext cx="1058862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n" sz="3000" b="1">
                <a:latin typeface="Verdana"/>
                <a:ea typeface="Verdana"/>
                <a:cs typeface="Verdana"/>
                <a:sym typeface="Verdana"/>
              </a:rPr>
              <a:t>2.3. DevOps Development</a:t>
            </a:r>
            <a:endParaRPr/>
          </a:p>
        </p:txBody>
      </p:sp>
      <p:sp>
        <p:nvSpPr>
          <p:cNvPr id="404" name="Google Shape;404;p38"/>
          <p:cNvSpPr txBox="1">
            <a:spLocks noGrp="1"/>
          </p:cNvSpPr>
          <p:nvPr>
            <p:ph type="body" idx="1"/>
          </p:nvPr>
        </p:nvSpPr>
        <p:spPr>
          <a:xfrm>
            <a:off x="1484310" y="2170216"/>
            <a:ext cx="10018713" cy="3124201"/>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SzPts val="2320"/>
              <a:buNone/>
            </a:pPr>
            <a:r>
              <a:rPr lang="en" sz="1600">
                <a:latin typeface="Verdana"/>
                <a:ea typeface="Verdana"/>
                <a:cs typeface="Verdana"/>
                <a:sym typeface="Verdana"/>
              </a:rPr>
              <a:t>The DevOps team consists of developers and IT operations specialists. It follows shared knowledge and collaboration throughout the development process. Automated tools speed up the process and allow the team to focus on project functionality.</a:t>
            </a:r>
            <a:endParaRPr sz="1100">
              <a:latin typeface="Verdana"/>
              <a:ea typeface="Verdana"/>
              <a:cs typeface="Verdana"/>
              <a:sym typeface="Verdana"/>
            </a:endParaRPr>
          </a:p>
        </p:txBody>
      </p:sp>
      <p:sp>
        <p:nvSpPr>
          <p:cNvPr id="405" name="Google Shape;405;p38"/>
          <p:cNvSpPr/>
          <p:nvPr/>
        </p:nvSpPr>
        <p:spPr>
          <a:xfrm>
            <a:off x="1484310" y="1087869"/>
            <a:ext cx="2646878"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000" b="1">
                <a:solidFill>
                  <a:schemeClr val="dk1"/>
                </a:solidFill>
                <a:latin typeface="Verdana"/>
                <a:ea typeface="Verdana"/>
                <a:cs typeface="Verdana"/>
                <a:sym typeface="Verdana"/>
              </a:rPr>
              <a:t>2.3.2. Operation</a:t>
            </a:r>
            <a:endParaRPr sz="2000" b="1">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39"/>
          <p:cNvSpPr txBox="1">
            <a:spLocks noGrp="1"/>
          </p:cNvSpPr>
          <p:nvPr>
            <p:ph type="title"/>
          </p:nvPr>
        </p:nvSpPr>
        <p:spPr>
          <a:xfrm>
            <a:off x="1484310" y="-16625"/>
            <a:ext cx="1058862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n" sz="3000" b="1">
                <a:latin typeface="Verdana"/>
                <a:ea typeface="Verdana"/>
                <a:cs typeface="Verdana"/>
                <a:sym typeface="Verdana"/>
              </a:rPr>
              <a:t>2.3. DevOps Development</a:t>
            </a:r>
            <a:endParaRPr/>
          </a:p>
        </p:txBody>
      </p:sp>
      <p:sp>
        <p:nvSpPr>
          <p:cNvPr id="411" name="Google Shape;411;p39"/>
          <p:cNvSpPr txBox="1">
            <a:spLocks noGrp="1"/>
          </p:cNvSpPr>
          <p:nvPr>
            <p:ph type="body" idx="1"/>
          </p:nvPr>
        </p:nvSpPr>
        <p:spPr>
          <a:xfrm>
            <a:off x="1484300" y="1797277"/>
            <a:ext cx="10018800" cy="3952200"/>
          </a:xfrm>
          <a:prstGeom prst="rect">
            <a:avLst/>
          </a:prstGeom>
          <a:noFill/>
          <a:ln>
            <a:noFill/>
          </a:ln>
        </p:spPr>
        <p:txBody>
          <a:bodyPr spcFirstLastPara="1" wrap="square" lIns="91425" tIns="45700" rIns="91425" bIns="45700" anchor="ctr" anchorCtr="0">
            <a:normAutofit/>
          </a:bodyPr>
          <a:lstStyle/>
          <a:p>
            <a:pPr marL="285750" lvl="0" indent="-285750">
              <a:spcBef>
                <a:spcPts val="0"/>
              </a:spcBef>
              <a:buSzPts val="2320"/>
            </a:pPr>
            <a:r>
              <a:rPr lang="en" sz="1600" dirty="0">
                <a:latin typeface="Verdana"/>
                <a:ea typeface="Verdana"/>
                <a:cs typeface="Verdana"/>
                <a:sym typeface="Verdana"/>
              </a:rPr>
              <a:t>Design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We plan how we will do the work.</a:t>
            </a:r>
            <a:endParaRPr dirty="0"/>
          </a:p>
          <a:p>
            <a:pPr marL="285750" lvl="0" indent="-285750">
              <a:spcBef>
                <a:spcPts val="920"/>
              </a:spcBef>
              <a:buSzPts val="2320"/>
            </a:pPr>
            <a:r>
              <a:rPr lang="en" sz="1600" dirty="0">
                <a:latin typeface="Verdana"/>
                <a:ea typeface="Verdana"/>
                <a:cs typeface="Verdana"/>
                <a:sym typeface="Verdana"/>
              </a:rPr>
              <a:t>Programming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We write the code.</a:t>
            </a:r>
            <a:endParaRPr sz="1600" dirty="0">
              <a:latin typeface="Verdana"/>
              <a:ea typeface="Verdana"/>
              <a:cs typeface="Verdana"/>
              <a:sym typeface="Verdana"/>
            </a:endParaRPr>
          </a:p>
          <a:p>
            <a:pPr marL="285750" lvl="0" indent="-285750">
              <a:spcBef>
                <a:spcPts val="920"/>
              </a:spcBef>
              <a:buSzPts val="2320"/>
            </a:pPr>
            <a:r>
              <a:rPr lang="en" sz="1600" dirty="0">
                <a:latin typeface="Verdana"/>
                <a:ea typeface="Verdana"/>
                <a:cs typeface="Verdana"/>
                <a:sym typeface="Verdana"/>
              </a:rPr>
              <a:t>Test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We make sure everything is working properly.</a:t>
            </a:r>
            <a:endParaRPr sz="1600" dirty="0">
              <a:latin typeface="Verdana"/>
              <a:ea typeface="Verdana"/>
              <a:cs typeface="Verdana"/>
              <a:sym typeface="Verdana"/>
            </a:endParaRPr>
          </a:p>
          <a:p>
            <a:pPr marL="285750" lvl="0" indent="-285750">
              <a:spcBef>
                <a:spcPts val="920"/>
              </a:spcBef>
              <a:buSzPts val="2320"/>
            </a:pPr>
            <a:r>
              <a:rPr lang="en" sz="1600" dirty="0">
                <a:latin typeface="Verdana"/>
                <a:ea typeface="Verdana"/>
                <a:cs typeface="Verdana"/>
                <a:sym typeface="Verdana"/>
              </a:rPr>
              <a:t>Delivery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We deliver the project.</a:t>
            </a:r>
            <a:endParaRPr sz="1600" dirty="0">
              <a:latin typeface="Verdana"/>
              <a:ea typeface="Verdana"/>
              <a:cs typeface="Verdana"/>
              <a:sym typeface="Verdana"/>
            </a:endParaRPr>
          </a:p>
          <a:p>
            <a:pPr marL="285750" lvl="0" indent="-285750">
              <a:spcBef>
                <a:spcPts val="920"/>
              </a:spcBef>
              <a:buSzPts val="2320"/>
            </a:pPr>
            <a:r>
              <a:rPr lang="en" sz="1600" dirty="0">
                <a:latin typeface="Verdana"/>
                <a:ea typeface="Verdana"/>
                <a:cs typeface="Verdana"/>
                <a:sym typeface="Verdana"/>
              </a:rPr>
              <a:t>Operation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The project works and serves its purpose.</a:t>
            </a:r>
            <a:endParaRPr sz="1600" dirty="0">
              <a:latin typeface="Verdana"/>
              <a:ea typeface="Verdana"/>
              <a:cs typeface="Verdana"/>
              <a:sym typeface="Verdana"/>
            </a:endParaRPr>
          </a:p>
          <a:p>
            <a:pPr marL="285750" lvl="0" indent="-285750">
              <a:spcBef>
                <a:spcPts val="920"/>
              </a:spcBef>
              <a:buSzPts val="2320"/>
            </a:pPr>
            <a:r>
              <a:rPr lang="en" sz="1600" dirty="0">
                <a:latin typeface="Verdana"/>
                <a:ea typeface="Verdana"/>
                <a:cs typeface="Verdana"/>
                <a:sym typeface="Verdana"/>
              </a:rPr>
              <a:t>Observation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We observe if there are any problems.</a:t>
            </a:r>
            <a:endParaRPr sz="1600" dirty="0">
              <a:latin typeface="Verdana"/>
              <a:ea typeface="Verdana"/>
              <a:cs typeface="Verdana"/>
              <a:sym typeface="Verdana"/>
            </a:endParaRPr>
          </a:p>
          <a:p>
            <a:pPr marL="285750" lvl="0" indent="-285750">
              <a:spcBef>
                <a:spcPts val="920"/>
              </a:spcBef>
              <a:buSzPts val="2320"/>
            </a:pPr>
            <a:r>
              <a:rPr lang="en" sz="1600" dirty="0">
                <a:latin typeface="Verdana"/>
                <a:ea typeface="Verdana"/>
                <a:cs typeface="Verdana"/>
                <a:sym typeface="Verdana"/>
              </a:rPr>
              <a:t>Evaluation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We judge how the project went.</a:t>
            </a:r>
            <a:endParaRPr sz="1600" dirty="0">
              <a:latin typeface="Verdana"/>
              <a:ea typeface="Verdana"/>
              <a:cs typeface="Verdana"/>
              <a:sym typeface="Verdana"/>
            </a:endParaRPr>
          </a:p>
          <a:p>
            <a:pPr marL="0" lvl="0" indent="0" algn="l" rtl="0">
              <a:spcBef>
                <a:spcPts val="0"/>
              </a:spcBef>
              <a:spcAft>
                <a:spcPts val="0"/>
              </a:spcAft>
              <a:buNone/>
            </a:pPr>
            <a:endParaRPr sz="1600" dirty="0">
              <a:latin typeface="Verdana"/>
              <a:ea typeface="Verdana"/>
              <a:cs typeface="Verdana"/>
              <a:sym typeface="Verdana"/>
            </a:endParaRPr>
          </a:p>
        </p:txBody>
      </p:sp>
      <p:sp>
        <p:nvSpPr>
          <p:cNvPr id="412" name="Google Shape;412;p39"/>
          <p:cNvSpPr/>
          <p:nvPr/>
        </p:nvSpPr>
        <p:spPr>
          <a:xfrm>
            <a:off x="1484310" y="1087869"/>
            <a:ext cx="2137124"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000" b="1">
                <a:solidFill>
                  <a:schemeClr val="dk1"/>
                </a:solidFill>
                <a:latin typeface="Verdana"/>
                <a:ea typeface="Verdana"/>
                <a:cs typeface="Verdana"/>
                <a:sym typeface="Verdana"/>
              </a:rPr>
              <a:t>2.3.3. Cycle</a:t>
            </a:r>
            <a:endParaRPr sz="2000" b="1">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sp>
        <p:nvSpPr>
          <p:cNvPr id="417" name="Google Shape;417;p40"/>
          <p:cNvSpPr txBox="1">
            <a:spLocks noGrp="1"/>
          </p:cNvSpPr>
          <p:nvPr>
            <p:ph type="title"/>
          </p:nvPr>
        </p:nvSpPr>
        <p:spPr>
          <a:xfrm>
            <a:off x="1484310" y="-16625"/>
            <a:ext cx="1058862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n" sz="3000" b="1">
                <a:latin typeface="Verdana"/>
                <a:ea typeface="Verdana"/>
                <a:cs typeface="Verdana"/>
                <a:sym typeface="Verdana"/>
              </a:rPr>
              <a:t>2.3. DevOps Development</a:t>
            </a:r>
            <a:endParaRPr/>
          </a:p>
        </p:txBody>
      </p:sp>
      <p:sp>
        <p:nvSpPr>
          <p:cNvPr id="418" name="Google Shape;418;p40"/>
          <p:cNvSpPr txBox="1">
            <a:spLocks noGrp="1"/>
          </p:cNvSpPr>
          <p:nvPr>
            <p:ph type="body" idx="1"/>
          </p:nvPr>
        </p:nvSpPr>
        <p:spPr>
          <a:xfrm>
            <a:off x="1484310" y="2170216"/>
            <a:ext cx="10018713" cy="3124201"/>
          </a:xfrm>
          <a:prstGeom prst="rect">
            <a:avLst/>
          </a:prstGeom>
          <a:noFill/>
          <a:ln>
            <a:noFill/>
          </a:ln>
        </p:spPr>
        <p:txBody>
          <a:bodyPr spcFirstLastPara="1" wrap="square" lIns="91425" tIns="45700" rIns="91425" bIns="45700" anchor="ctr" anchorCtr="0">
            <a:normAutofit/>
          </a:bodyPr>
          <a:lstStyle/>
          <a:p>
            <a:pPr marL="285750" lvl="0" indent="-285750">
              <a:spcBef>
                <a:spcPts val="0"/>
              </a:spcBef>
              <a:buSzPts val="2320"/>
            </a:pPr>
            <a:r>
              <a:rPr lang="en" sz="1600" dirty="0">
                <a:latin typeface="Verdana"/>
                <a:ea typeface="Verdana"/>
                <a:cs typeface="Verdana"/>
                <a:sym typeface="Verdana"/>
              </a:rPr>
              <a:t>Speed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Automated tools accelerate development.</a:t>
            </a:r>
            <a:endParaRPr dirty="0"/>
          </a:p>
          <a:p>
            <a:pPr marL="285750" lvl="0" indent="-285750">
              <a:spcBef>
                <a:spcPts val="920"/>
              </a:spcBef>
              <a:buSzPts val="2320"/>
            </a:pPr>
            <a:r>
              <a:rPr lang="en" sz="1600" dirty="0">
                <a:latin typeface="Verdana"/>
                <a:ea typeface="Verdana"/>
                <a:cs typeface="Verdana"/>
                <a:sym typeface="Verdana"/>
              </a:rPr>
              <a:t>Improved collaboration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Synthesis of knowledge of developers and IT operations experts to enhance communication.</a:t>
            </a:r>
            <a:endParaRPr dirty="0"/>
          </a:p>
          <a:p>
            <a:pPr marL="285750" lvl="0" indent="-285750">
              <a:spcBef>
                <a:spcPts val="920"/>
              </a:spcBef>
              <a:buSzPts val="2320"/>
            </a:pPr>
            <a:r>
              <a:rPr lang="en" sz="1600" dirty="0">
                <a:latin typeface="Verdana"/>
                <a:ea typeface="Verdana"/>
                <a:cs typeface="Verdana"/>
                <a:sym typeface="Verdana"/>
              </a:rPr>
              <a:t>Improved quality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Minimize errors and secure development.</a:t>
            </a:r>
            <a:endParaRPr sz="1600" dirty="0">
              <a:latin typeface="Verdana"/>
              <a:ea typeface="Verdana"/>
              <a:cs typeface="Verdana"/>
              <a:sym typeface="Verdana"/>
            </a:endParaRPr>
          </a:p>
          <a:p>
            <a:pPr marL="285750" lvl="0" indent="-240030">
              <a:spcBef>
                <a:spcPts val="920"/>
              </a:spcBef>
              <a:buSzPts val="1600"/>
              <a:buFont typeface="Verdana"/>
              <a:buChar char="•"/>
            </a:pPr>
            <a:r>
              <a:rPr lang="en" sz="1600" dirty="0">
                <a:latin typeface="Verdana"/>
                <a:ea typeface="Verdana"/>
                <a:cs typeface="Verdana"/>
                <a:sym typeface="Verdana"/>
              </a:rPr>
              <a:t>Security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Special team (DevSecOps) engaged.</a:t>
            </a:r>
            <a:endParaRPr sz="1600" dirty="0">
              <a:latin typeface="Verdana"/>
              <a:ea typeface="Verdana"/>
              <a:cs typeface="Verdana"/>
              <a:sym typeface="Verdana"/>
            </a:endParaRPr>
          </a:p>
        </p:txBody>
      </p:sp>
      <p:sp>
        <p:nvSpPr>
          <p:cNvPr id="419" name="Google Shape;419;p40"/>
          <p:cNvSpPr/>
          <p:nvPr/>
        </p:nvSpPr>
        <p:spPr>
          <a:xfrm>
            <a:off x="1484310" y="1087869"/>
            <a:ext cx="3299301"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000" b="1">
                <a:solidFill>
                  <a:schemeClr val="dk1"/>
                </a:solidFill>
                <a:latin typeface="Verdana"/>
                <a:ea typeface="Verdana"/>
                <a:cs typeface="Verdana"/>
                <a:sym typeface="Verdana"/>
              </a:rPr>
              <a:t>2.3.4. Advantages</a:t>
            </a:r>
            <a:endParaRPr sz="2000" b="1">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sp>
        <p:nvSpPr>
          <p:cNvPr id="424" name="Google Shape;424;p41"/>
          <p:cNvSpPr txBox="1">
            <a:spLocks noGrp="1"/>
          </p:cNvSpPr>
          <p:nvPr>
            <p:ph type="title"/>
          </p:nvPr>
        </p:nvSpPr>
        <p:spPr>
          <a:xfrm>
            <a:off x="1484310" y="-16625"/>
            <a:ext cx="1058862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n" sz="3000" b="1">
                <a:latin typeface="Verdana"/>
                <a:ea typeface="Verdana"/>
                <a:cs typeface="Verdana"/>
                <a:sym typeface="Verdana"/>
              </a:rPr>
              <a:t>2.3. DevOps Development</a:t>
            </a:r>
            <a:endParaRPr/>
          </a:p>
        </p:txBody>
      </p:sp>
      <p:sp>
        <p:nvSpPr>
          <p:cNvPr id="425" name="Google Shape;425;p41"/>
          <p:cNvSpPr txBox="1">
            <a:spLocks noGrp="1"/>
          </p:cNvSpPr>
          <p:nvPr>
            <p:ph type="body" idx="1"/>
          </p:nvPr>
        </p:nvSpPr>
        <p:spPr>
          <a:xfrm>
            <a:off x="1484310" y="2170216"/>
            <a:ext cx="10018713" cy="3124201"/>
          </a:xfrm>
          <a:prstGeom prst="rect">
            <a:avLst/>
          </a:prstGeom>
          <a:noFill/>
          <a:ln>
            <a:noFill/>
          </a:ln>
        </p:spPr>
        <p:txBody>
          <a:bodyPr spcFirstLastPara="1" wrap="square" lIns="91425" tIns="45700" rIns="91425" bIns="45700" anchor="ctr" anchorCtr="0">
            <a:normAutofit/>
          </a:bodyPr>
          <a:lstStyle/>
          <a:p>
            <a:pPr marL="285750" lvl="0" indent="-285750">
              <a:spcBef>
                <a:spcPts val="0"/>
              </a:spcBef>
              <a:buSzPts val="2320"/>
            </a:pPr>
            <a:r>
              <a:rPr lang="en" sz="1600" dirty="0">
                <a:latin typeface="Verdana"/>
                <a:ea typeface="Verdana"/>
                <a:cs typeface="Verdana"/>
                <a:sym typeface="Verdana"/>
              </a:rPr>
              <a:t>Need for knowledge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It requires additional knowledge and experience.</a:t>
            </a:r>
            <a:endParaRPr dirty="0"/>
          </a:p>
          <a:p>
            <a:pPr marL="285750" lvl="0" indent="-285750">
              <a:spcBef>
                <a:spcPts val="920"/>
              </a:spcBef>
              <a:buSzPts val="2320"/>
            </a:pPr>
            <a:r>
              <a:rPr lang="en" sz="1600" dirty="0">
                <a:latin typeface="Verdana"/>
                <a:ea typeface="Verdana"/>
                <a:cs typeface="Verdana"/>
                <a:sym typeface="Verdana"/>
              </a:rPr>
              <a:t>Time pressure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Using tools is time consuming.</a:t>
            </a:r>
            <a:endParaRPr dirty="0"/>
          </a:p>
          <a:p>
            <a:pPr marL="285750" lvl="0" indent="-285750">
              <a:spcBef>
                <a:spcPts val="920"/>
              </a:spcBef>
              <a:buSzPts val="2320"/>
            </a:pPr>
            <a:r>
              <a:rPr lang="en" sz="1600" dirty="0">
                <a:latin typeface="Verdana"/>
                <a:ea typeface="Verdana"/>
                <a:cs typeface="Verdana"/>
                <a:sym typeface="Verdana"/>
              </a:rPr>
              <a:t>Unsafe development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Hasty development puts safe development at risk.</a:t>
            </a:r>
            <a:endParaRPr dirty="0"/>
          </a:p>
        </p:txBody>
      </p:sp>
      <p:sp>
        <p:nvSpPr>
          <p:cNvPr id="426" name="Google Shape;426;p41"/>
          <p:cNvSpPr/>
          <p:nvPr/>
        </p:nvSpPr>
        <p:spPr>
          <a:xfrm>
            <a:off x="1484310" y="1087869"/>
            <a:ext cx="3249608"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000" b="1">
                <a:solidFill>
                  <a:schemeClr val="dk1"/>
                </a:solidFill>
                <a:latin typeface="Verdana"/>
                <a:ea typeface="Verdana"/>
                <a:cs typeface="Verdana"/>
                <a:sym typeface="Verdana"/>
              </a:rPr>
              <a:t>2.3.5. Disadvantages</a:t>
            </a:r>
            <a:endParaRPr sz="2000" b="1">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42"/>
          <p:cNvSpPr txBox="1">
            <a:spLocks noGrp="1"/>
          </p:cNvSpPr>
          <p:nvPr>
            <p:ph type="title"/>
          </p:nvPr>
        </p:nvSpPr>
        <p:spPr>
          <a:xfrm>
            <a:off x="1484310" y="-16625"/>
            <a:ext cx="1058862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n" sz="3000" b="1">
                <a:latin typeface="Verdana"/>
                <a:ea typeface="Verdana"/>
                <a:cs typeface="Verdana"/>
                <a:sym typeface="Verdana"/>
              </a:rPr>
              <a:t>2.3. DevOps Development</a:t>
            </a:r>
            <a:endParaRPr/>
          </a:p>
        </p:txBody>
      </p:sp>
      <p:sp>
        <p:nvSpPr>
          <p:cNvPr id="432" name="Google Shape;432;p42"/>
          <p:cNvSpPr txBox="1">
            <a:spLocks noGrp="1"/>
          </p:cNvSpPr>
          <p:nvPr>
            <p:ph type="body" idx="1"/>
          </p:nvPr>
        </p:nvSpPr>
        <p:spPr>
          <a:xfrm>
            <a:off x="1484310" y="2170216"/>
            <a:ext cx="10018713" cy="3124201"/>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SzPts val="2320"/>
              <a:buNone/>
            </a:pPr>
            <a:r>
              <a:rPr lang="en" sz="1600">
                <a:latin typeface="Verdana"/>
                <a:ea typeface="Verdana"/>
                <a:cs typeface="Verdana"/>
                <a:sym typeface="Verdana"/>
              </a:rPr>
              <a:t>Overall, DevOps enables efficient project production, with minimal errors, improved quality, satisfied requirements, and rapid development. The need for change is served with automated feedback and improvement capabilities.</a:t>
            </a:r>
            <a:endParaRPr sz="1100">
              <a:latin typeface="Verdana"/>
              <a:ea typeface="Verdana"/>
              <a:cs typeface="Verdana"/>
              <a:sym typeface="Verdana"/>
            </a:endParaRPr>
          </a:p>
        </p:txBody>
      </p:sp>
      <p:sp>
        <p:nvSpPr>
          <p:cNvPr id="433" name="Google Shape;433;p42"/>
          <p:cNvSpPr/>
          <p:nvPr/>
        </p:nvSpPr>
        <p:spPr>
          <a:xfrm>
            <a:off x="1484310" y="1087869"/>
            <a:ext cx="2223686"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000" b="1">
                <a:solidFill>
                  <a:schemeClr val="dk1"/>
                </a:solidFill>
                <a:latin typeface="Verdana"/>
                <a:ea typeface="Verdana"/>
                <a:cs typeface="Verdana"/>
                <a:sym typeface="Verdana"/>
              </a:rPr>
              <a:t>2.3.6. Summary</a:t>
            </a:r>
            <a:endParaRPr sz="2000" b="1">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43"/>
          <p:cNvSpPr txBox="1">
            <a:spLocks noGrp="1"/>
          </p:cNvSpPr>
          <p:nvPr>
            <p:ph type="title"/>
          </p:nvPr>
        </p:nvSpPr>
        <p:spPr>
          <a:xfrm>
            <a:off x="3258872" y="406990"/>
            <a:ext cx="6504220" cy="361604"/>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Clr>
                <a:schemeClr val="dk1"/>
              </a:buClr>
              <a:buSzPts val="3000"/>
              <a:buFont typeface="Verdana"/>
              <a:buNone/>
            </a:pPr>
            <a:r>
              <a:rPr lang="en" sz="3000" b="1">
                <a:latin typeface="Verdana"/>
                <a:ea typeface="Verdana"/>
                <a:cs typeface="Verdana"/>
                <a:sym typeface="Verdana"/>
              </a:rPr>
              <a:t>2.4. Scrum methodology</a:t>
            </a:r>
            <a:endParaRPr sz="3000">
              <a:latin typeface="Verdana"/>
              <a:ea typeface="Verdana"/>
              <a:cs typeface="Verdana"/>
              <a:sym typeface="Verdana"/>
            </a:endParaRPr>
          </a:p>
        </p:txBody>
      </p:sp>
      <p:sp>
        <p:nvSpPr>
          <p:cNvPr id="440" name="Google Shape;440;p43"/>
          <p:cNvSpPr txBox="1">
            <a:spLocks noGrp="1"/>
          </p:cNvSpPr>
          <p:nvPr>
            <p:ph type="body" idx="2"/>
          </p:nvPr>
        </p:nvSpPr>
        <p:spPr>
          <a:xfrm>
            <a:off x="1484311" y="2414513"/>
            <a:ext cx="3549121" cy="18288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SzPts val="2320"/>
              <a:buNone/>
            </a:pPr>
            <a:r>
              <a:rPr lang="en">
                <a:latin typeface="Verdana"/>
                <a:ea typeface="Verdana"/>
                <a:cs typeface="Verdana"/>
                <a:sym typeface="Verdana"/>
              </a:rPr>
              <a:t>The iconic Scrum method is a project management framework, setting new standards in the world of software development. It is based on principles of flexibility and collaborative interaction, emphasizing a multi-layered approach to the execution of complex projects and the efficient production of high-quality products on tight deadlines.</a:t>
            </a:r>
            <a:endParaRPr>
              <a:latin typeface="Verdana"/>
              <a:ea typeface="Verdana"/>
              <a:cs typeface="Verdana"/>
              <a:sym typeface="Verdana"/>
            </a:endParaRPr>
          </a:p>
        </p:txBody>
      </p:sp>
      <p:sp>
        <p:nvSpPr>
          <p:cNvPr id="441" name="Google Shape;441;p43"/>
          <p:cNvSpPr/>
          <p:nvPr/>
        </p:nvSpPr>
        <p:spPr>
          <a:xfrm>
            <a:off x="1609003" y="819054"/>
            <a:ext cx="2241319" cy="64629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800" b="1" dirty="0">
                <a:solidFill>
                  <a:schemeClr val="dk1"/>
                </a:solidFill>
                <a:latin typeface="Verdana"/>
                <a:ea typeface="Verdana"/>
                <a:cs typeface="Verdana"/>
                <a:sym typeface="Verdana"/>
              </a:rPr>
              <a:t>2.4.1. </a:t>
            </a:r>
            <a:r>
              <a:rPr lang="en" sz="1800" b="1" dirty="0" smtClean="0">
                <a:solidFill>
                  <a:schemeClr val="dk1"/>
                </a:solidFill>
                <a:latin typeface="Verdana"/>
                <a:ea typeface="Verdana"/>
                <a:cs typeface="Verdana"/>
                <a:sym typeface="Verdana"/>
              </a:rPr>
              <a:t>Introduction</a:t>
            </a:r>
            <a:endParaRPr sz="1800" b="1" dirty="0">
              <a:solidFill>
                <a:schemeClr val="dk1"/>
              </a:solidFill>
              <a:latin typeface="Verdana"/>
              <a:ea typeface="Verdana"/>
              <a:cs typeface="Verdana"/>
              <a:sym typeface="Verdana"/>
            </a:endParaRPr>
          </a:p>
        </p:txBody>
      </p:sp>
      <p:sp>
        <p:nvSpPr>
          <p:cNvPr id="2" name="Text Placeholder 1"/>
          <p:cNvSpPr>
            <a:spLocks noGrp="1"/>
          </p:cNvSpPr>
          <p:nvPr>
            <p:ph type="body" idx="1"/>
          </p:nvPr>
        </p:nvSpPr>
        <p:spPr/>
        <p:txBody>
          <a:bodyPr/>
          <a:lstStyle/>
          <a:p>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62033" y="1632417"/>
            <a:ext cx="6201189" cy="3212164"/>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4"/>
          <p:cNvSpPr txBox="1">
            <a:spLocks noGrp="1"/>
          </p:cNvSpPr>
          <p:nvPr>
            <p:ph type="title"/>
          </p:nvPr>
        </p:nvSpPr>
        <p:spPr>
          <a:xfrm>
            <a:off x="1484310" y="-16625"/>
            <a:ext cx="1058862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n" sz="3000" b="1">
                <a:latin typeface="Verdana"/>
                <a:ea typeface="Verdana"/>
                <a:cs typeface="Verdana"/>
                <a:sym typeface="Verdana"/>
              </a:rPr>
              <a:t>2.4. Scrum methodology</a:t>
            </a:r>
            <a:endParaRPr/>
          </a:p>
        </p:txBody>
      </p:sp>
      <p:sp>
        <p:nvSpPr>
          <p:cNvPr id="447" name="Google Shape;447;p44"/>
          <p:cNvSpPr txBox="1">
            <a:spLocks noGrp="1"/>
          </p:cNvSpPr>
          <p:nvPr>
            <p:ph type="body" idx="1"/>
          </p:nvPr>
        </p:nvSpPr>
        <p:spPr>
          <a:xfrm>
            <a:off x="1484300" y="1730050"/>
            <a:ext cx="10018800" cy="4029900"/>
          </a:xfrm>
          <a:prstGeom prst="rect">
            <a:avLst/>
          </a:prstGeom>
          <a:noFill/>
          <a:ln>
            <a:noFill/>
          </a:ln>
        </p:spPr>
        <p:txBody>
          <a:bodyPr spcFirstLastPara="1" wrap="square" lIns="91425" tIns="45700" rIns="91425" bIns="45700" anchor="ctr" anchorCtr="0">
            <a:normAutofit/>
          </a:bodyPr>
          <a:lstStyle/>
          <a:p>
            <a:pPr lvl="0" indent="-330200">
              <a:lnSpc>
                <a:spcPct val="150000"/>
              </a:lnSpc>
              <a:spcBef>
                <a:spcPts val="0"/>
              </a:spcBef>
              <a:buSzPts val="1600"/>
              <a:buFont typeface="Verdana"/>
              <a:buChar char="•"/>
            </a:pPr>
            <a:r>
              <a:rPr lang="en" sz="1600" dirty="0">
                <a:latin typeface="Verdana"/>
                <a:ea typeface="Verdana"/>
                <a:cs typeface="Verdana"/>
                <a:sym typeface="Verdana"/>
              </a:rPr>
              <a:t>Flexibility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The Sprint structure allows adaptation to changes and project needs during development.</a:t>
            </a:r>
            <a:endParaRPr sz="1600" dirty="0">
              <a:latin typeface="Verdana"/>
              <a:ea typeface="Verdana"/>
              <a:cs typeface="Verdana"/>
              <a:sym typeface="Verdana"/>
            </a:endParaRPr>
          </a:p>
          <a:p>
            <a:pPr lvl="0" indent="-330200">
              <a:lnSpc>
                <a:spcPct val="150000"/>
              </a:lnSpc>
              <a:spcBef>
                <a:spcPts val="0"/>
              </a:spcBef>
              <a:buSzPts val="1600"/>
              <a:buFont typeface="Verdana"/>
              <a:buChar char="•"/>
            </a:pPr>
            <a:r>
              <a:rPr lang="en" sz="1600" dirty="0">
                <a:latin typeface="Verdana"/>
                <a:ea typeface="Verdana"/>
                <a:cs typeface="Verdana"/>
                <a:sym typeface="Verdana"/>
              </a:rPr>
              <a:t>Continuous Communication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Daily meetings enhance communication and mutual understanding between team members.</a:t>
            </a:r>
            <a:endParaRPr sz="1600" dirty="0">
              <a:latin typeface="Verdana"/>
              <a:ea typeface="Verdana"/>
              <a:cs typeface="Verdana"/>
              <a:sym typeface="Verdana"/>
            </a:endParaRPr>
          </a:p>
          <a:p>
            <a:pPr lvl="0" indent="-330200">
              <a:lnSpc>
                <a:spcPct val="150000"/>
              </a:lnSpc>
              <a:spcBef>
                <a:spcPts val="0"/>
              </a:spcBef>
              <a:buSzPts val="1600"/>
              <a:buFont typeface="Verdana"/>
              <a:buChar char="•"/>
            </a:pPr>
            <a:r>
              <a:rPr lang="en" sz="1600" dirty="0">
                <a:latin typeface="Verdana"/>
                <a:ea typeface="Verdana"/>
                <a:cs typeface="Verdana"/>
                <a:sym typeface="Verdana"/>
              </a:rPr>
              <a:t>Delivery of Functional Product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Each Sprint concludes with the delivery of a working product, delivering value to the customer.</a:t>
            </a:r>
            <a:endParaRPr sz="1600" dirty="0">
              <a:latin typeface="Verdana"/>
              <a:ea typeface="Verdana"/>
              <a:cs typeface="Verdana"/>
              <a:sym typeface="Verdana"/>
            </a:endParaRPr>
          </a:p>
          <a:p>
            <a:pPr lvl="0" indent="-330200">
              <a:lnSpc>
                <a:spcPct val="150000"/>
              </a:lnSpc>
              <a:spcBef>
                <a:spcPts val="0"/>
              </a:spcBef>
              <a:buSzPts val="1600"/>
              <a:buFont typeface="Verdana"/>
              <a:buChar char="•"/>
            </a:pPr>
            <a:r>
              <a:rPr lang="en" sz="1600" dirty="0">
                <a:latin typeface="Verdana"/>
                <a:ea typeface="Verdana"/>
                <a:cs typeface="Verdana"/>
                <a:sym typeface="Verdana"/>
              </a:rPr>
              <a:t>Active Customer Involvement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The client has opportunities for active engagement and feedback during the project.</a:t>
            </a:r>
            <a:endParaRPr sz="1600" dirty="0">
              <a:latin typeface="Verdana"/>
              <a:ea typeface="Verdana"/>
              <a:cs typeface="Verdana"/>
              <a:sym typeface="Verdana"/>
            </a:endParaRPr>
          </a:p>
          <a:p>
            <a:pPr lvl="0" indent="-330200">
              <a:lnSpc>
                <a:spcPct val="150000"/>
              </a:lnSpc>
              <a:spcBef>
                <a:spcPts val="0"/>
              </a:spcBef>
              <a:buSzPts val="1600"/>
              <a:buFont typeface="Verdana"/>
              <a:buChar char="•"/>
            </a:pPr>
            <a:r>
              <a:rPr lang="en" sz="1600" dirty="0">
                <a:latin typeface="Verdana"/>
                <a:ea typeface="Verdana"/>
                <a:cs typeface="Verdana"/>
                <a:sym typeface="Verdana"/>
              </a:rPr>
              <a:t>Team Focus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The team is self-organized, with a focus on solving problems and achieving goals.</a:t>
            </a:r>
            <a:endParaRPr sz="1600" dirty="0">
              <a:latin typeface="Verdana"/>
              <a:ea typeface="Verdana"/>
              <a:cs typeface="Verdana"/>
              <a:sym typeface="Verdana"/>
            </a:endParaRPr>
          </a:p>
          <a:p>
            <a:pPr marL="0" lvl="0" indent="0" algn="l" rtl="0">
              <a:spcBef>
                <a:spcPts val="0"/>
              </a:spcBef>
              <a:spcAft>
                <a:spcPts val="0"/>
              </a:spcAft>
              <a:buSzPts val="2320"/>
              <a:buNone/>
            </a:pPr>
            <a:endParaRPr sz="1600" dirty="0">
              <a:latin typeface="Verdana"/>
              <a:ea typeface="Verdana"/>
              <a:cs typeface="Verdana"/>
              <a:sym typeface="Verdana"/>
            </a:endParaRPr>
          </a:p>
        </p:txBody>
      </p:sp>
      <p:sp>
        <p:nvSpPr>
          <p:cNvPr id="448" name="Google Shape;448;p44"/>
          <p:cNvSpPr/>
          <p:nvPr/>
        </p:nvSpPr>
        <p:spPr>
          <a:xfrm>
            <a:off x="1484310" y="1087869"/>
            <a:ext cx="3299301"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000" b="1">
                <a:solidFill>
                  <a:schemeClr val="dk1"/>
                </a:solidFill>
                <a:latin typeface="Verdana"/>
                <a:ea typeface="Verdana"/>
                <a:cs typeface="Verdana"/>
                <a:sym typeface="Verdana"/>
              </a:rPr>
              <a:t>2.4.2. Advantages</a:t>
            </a:r>
            <a:endParaRPr sz="2000" b="1">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52"/>
        <p:cNvGrpSpPr/>
        <p:nvPr/>
      </p:nvGrpSpPr>
      <p:grpSpPr>
        <a:xfrm>
          <a:off x="0" y="0"/>
          <a:ext cx="0" cy="0"/>
          <a:chOff x="0" y="0"/>
          <a:chExt cx="0" cy="0"/>
        </a:xfrm>
      </p:grpSpPr>
      <p:sp>
        <p:nvSpPr>
          <p:cNvPr id="453" name="Google Shape;453;p45"/>
          <p:cNvSpPr txBox="1">
            <a:spLocks noGrp="1"/>
          </p:cNvSpPr>
          <p:nvPr>
            <p:ph type="title"/>
          </p:nvPr>
        </p:nvSpPr>
        <p:spPr>
          <a:xfrm>
            <a:off x="1484310" y="-16625"/>
            <a:ext cx="1058862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n" sz="3000" b="1">
                <a:latin typeface="Verdana"/>
                <a:ea typeface="Verdana"/>
                <a:cs typeface="Verdana"/>
                <a:sym typeface="Verdana"/>
              </a:rPr>
              <a:t>2.4. Scrum methodology</a:t>
            </a:r>
            <a:endParaRPr/>
          </a:p>
        </p:txBody>
      </p:sp>
      <p:sp>
        <p:nvSpPr>
          <p:cNvPr id="454" name="Google Shape;454;p45"/>
          <p:cNvSpPr txBox="1">
            <a:spLocks noGrp="1"/>
          </p:cNvSpPr>
          <p:nvPr>
            <p:ph type="body" idx="1"/>
          </p:nvPr>
        </p:nvSpPr>
        <p:spPr>
          <a:xfrm>
            <a:off x="1484300" y="1854350"/>
            <a:ext cx="10018800" cy="3615300"/>
          </a:xfrm>
          <a:prstGeom prst="rect">
            <a:avLst/>
          </a:prstGeom>
          <a:noFill/>
          <a:ln>
            <a:noFill/>
          </a:ln>
        </p:spPr>
        <p:txBody>
          <a:bodyPr spcFirstLastPara="1" wrap="square" lIns="91425" tIns="45700" rIns="91425" bIns="45700" anchor="ctr" anchorCtr="0">
            <a:normAutofit lnSpcReduction="10000"/>
          </a:bodyPr>
          <a:lstStyle/>
          <a:p>
            <a:pPr lvl="0" indent="-330200">
              <a:lnSpc>
                <a:spcPct val="150000"/>
              </a:lnSpc>
              <a:spcBef>
                <a:spcPts val="0"/>
              </a:spcBef>
              <a:buSzPts val="1600"/>
              <a:buFont typeface="Verdana"/>
              <a:buChar char="•"/>
            </a:pPr>
            <a:r>
              <a:rPr lang="en" sz="1600" dirty="0">
                <a:latin typeface="Verdana"/>
                <a:ea typeface="Verdana"/>
                <a:cs typeface="Verdana"/>
                <a:sym typeface="Verdana"/>
              </a:rPr>
              <a:t>Difficulty of Predictability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The iterative nature of Sprints can make it difficult to determine the final schedule.</a:t>
            </a:r>
            <a:endParaRPr sz="1600" dirty="0">
              <a:latin typeface="Verdana"/>
              <a:ea typeface="Verdana"/>
              <a:cs typeface="Verdana"/>
              <a:sym typeface="Verdana"/>
            </a:endParaRPr>
          </a:p>
          <a:p>
            <a:pPr lvl="0" indent="-330200">
              <a:lnSpc>
                <a:spcPct val="150000"/>
              </a:lnSpc>
              <a:spcBef>
                <a:spcPts val="0"/>
              </a:spcBef>
              <a:buSzPts val="1600"/>
              <a:buFont typeface="Verdana"/>
              <a:buChar char="•"/>
            </a:pPr>
            <a:r>
              <a:rPr lang="en" sz="1600" dirty="0">
                <a:latin typeface="Verdana"/>
                <a:ea typeface="Verdana"/>
                <a:cs typeface="Verdana"/>
                <a:sym typeface="Verdana"/>
              </a:rPr>
              <a:t>Demanding Learning Process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New team members must adapt to the Scrum philosophy and processes.</a:t>
            </a:r>
            <a:endParaRPr sz="1600" dirty="0">
              <a:latin typeface="Verdana"/>
              <a:ea typeface="Verdana"/>
              <a:cs typeface="Verdana"/>
              <a:sym typeface="Verdana"/>
            </a:endParaRPr>
          </a:p>
          <a:p>
            <a:pPr lvl="0" indent="-330200">
              <a:lnSpc>
                <a:spcPct val="150000"/>
              </a:lnSpc>
              <a:spcBef>
                <a:spcPts val="0"/>
              </a:spcBef>
              <a:buSzPts val="1600"/>
              <a:buFont typeface="Verdana"/>
              <a:buChar char="•"/>
            </a:pPr>
            <a:r>
              <a:rPr lang="en" sz="1600" dirty="0">
                <a:latin typeface="Verdana"/>
                <a:ea typeface="Verdana"/>
                <a:cs typeface="Verdana"/>
                <a:sym typeface="Verdana"/>
              </a:rPr>
              <a:t>Lack of Appropriate Documentation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In some cases, there may be a lack of documentation due to an emphasis on effectiveness.</a:t>
            </a:r>
            <a:endParaRPr sz="1600" dirty="0">
              <a:latin typeface="Verdana"/>
              <a:ea typeface="Verdana"/>
              <a:cs typeface="Verdana"/>
              <a:sym typeface="Verdana"/>
            </a:endParaRPr>
          </a:p>
          <a:p>
            <a:pPr lvl="0" indent="-330200">
              <a:lnSpc>
                <a:spcPct val="150000"/>
              </a:lnSpc>
              <a:spcBef>
                <a:spcPts val="0"/>
              </a:spcBef>
              <a:buSzPts val="1600"/>
              <a:buFont typeface="Verdana"/>
              <a:buChar char="•"/>
            </a:pPr>
            <a:r>
              <a:rPr lang="en" sz="1600" dirty="0">
                <a:latin typeface="Verdana"/>
                <a:ea typeface="Verdana"/>
                <a:cs typeface="Verdana"/>
                <a:sym typeface="Verdana"/>
              </a:rPr>
              <a:t>Dependence on Group Self-Organization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The success of Scrum depends heavily on the team's ability to self-organize.</a:t>
            </a:r>
            <a:endParaRPr sz="1600" dirty="0">
              <a:latin typeface="Verdana"/>
              <a:ea typeface="Verdana"/>
              <a:cs typeface="Verdana"/>
              <a:sym typeface="Verdana"/>
            </a:endParaRPr>
          </a:p>
          <a:p>
            <a:pPr lvl="0" indent="-330200">
              <a:lnSpc>
                <a:spcPct val="150000"/>
              </a:lnSpc>
              <a:spcBef>
                <a:spcPts val="0"/>
              </a:spcBef>
              <a:buSzPts val="1600"/>
              <a:buFont typeface="Verdana"/>
              <a:buChar char="•"/>
            </a:pPr>
            <a:r>
              <a:rPr lang="en" sz="1600" dirty="0">
                <a:latin typeface="Verdana"/>
                <a:ea typeface="Verdana"/>
                <a:cs typeface="Verdana"/>
                <a:sym typeface="Verdana"/>
              </a:rPr>
              <a:t>Difficulty of Application in Small Projects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In small-scale projects, the complexity of Scrum processes can be overwhelming.</a:t>
            </a:r>
            <a:endParaRPr sz="1600" dirty="0">
              <a:latin typeface="Verdana"/>
              <a:ea typeface="Verdana"/>
              <a:cs typeface="Verdana"/>
              <a:sym typeface="Verdana"/>
            </a:endParaRPr>
          </a:p>
        </p:txBody>
      </p:sp>
      <p:sp>
        <p:nvSpPr>
          <p:cNvPr id="455" name="Google Shape;455;p45"/>
          <p:cNvSpPr/>
          <p:nvPr/>
        </p:nvSpPr>
        <p:spPr>
          <a:xfrm>
            <a:off x="1484310" y="1087869"/>
            <a:ext cx="3249608"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000" b="1">
                <a:solidFill>
                  <a:schemeClr val="dk1"/>
                </a:solidFill>
                <a:latin typeface="Verdana"/>
                <a:ea typeface="Verdana"/>
                <a:cs typeface="Verdana"/>
                <a:sym typeface="Verdana"/>
              </a:rPr>
              <a:t>2.4.3. Disadvantages</a:t>
            </a:r>
            <a:endParaRPr sz="2000" b="1">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46"/>
          <p:cNvSpPr txBox="1">
            <a:spLocks noGrp="1"/>
          </p:cNvSpPr>
          <p:nvPr>
            <p:ph type="title"/>
          </p:nvPr>
        </p:nvSpPr>
        <p:spPr>
          <a:xfrm>
            <a:off x="1484310" y="-16625"/>
            <a:ext cx="1058862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n" sz="3000" b="1">
                <a:latin typeface="Verdana"/>
                <a:ea typeface="Verdana"/>
                <a:cs typeface="Verdana"/>
                <a:sym typeface="Verdana"/>
              </a:rPr>
              <a:t>2.4. Scrum methodology</a:t>
            </a:r>
            <a:endParaRPr/>
          </a:p>
        </p:txBody>
      </p:sp>
      <p:sp>
        <p:nvSpPr>
          <p:cNvPr id="461" name="Google Shape;461;p46"/>
          <p:cNvSpPr txBox="1">
            <a:spLocks noGrp="1"/>
          </p:cNvSpPr>
          <p:nvPr>
            <p:ph type="body" idx="1"/>
          </p:nvPr>
        </p:nvSpPr>
        <p:spPr>
          <a:xfrm>
            <a:off x="1484310" y="2170216"/>
            <a:ext cx="10018713" cy="3124201"/>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SzPts val="2320"/>
              <a:buNone/>
            </a:pPr>
            <a:r>
              <a:rPr lang="en" sz="1600">
                <a:latin typeface="Verdana"/>
                <a:ea typeface="Verdana"/>
                <a:cs typeface="Verdana"/>
                <a:sym typeface="Verdana"/>
              </a:rPr>
              <a:t>Overall, the Scrum method offers an innovative approach to product development. While challenges remain evident, Scrum's structured technique makes it indispensable for various project categories.</a:t>
            </a:r>
            <a:endParaRPr sz="1600">
              <a:latin typeface="Verdana"/>
              <a:ea typeface="Verdana"/>
              <a:cs typeface="Verdana"/>
              <a:sym typeface="Verdana"/>
            </a:endParaRPr>
          </a:p>
          <a:p>
            <a:pPr marL="0" lvl="0" indent="0" algn="l" rtl="0">
              <a:spcBef>
                <a:spcPts val="0"/>
              </a:spcBef>
              <a:spcAft>
                <a:spcPts val="0"/>
              </a:spcAft>
              <a:buSzPts val="2320"/>
              <a:buNone/>
            </a:pPr>
            <a:endParaRPr sz="900">
              <a:latin typeface="Verdana"/>
              <a:ea typeface="Verdana"/>
              <a:cs typeface="Verdana"/>
              <a:sym typeface="Verdana"/>
            </a:endParaRPr>
          </a:p>
        </p:txBody>
      </p:sp>
      <p:sp>
        <p:nvSpPr>
          <p:cNvPr id="462" name="Google Shape;462;p46"/>
          <p:cNvSpPr/>
          <p:nvPr/>
        </p:nvSpPr>
        <p:spPr>
          <a:xfrm>
            <a:off x="1484310" y="1087869"/>
            <a:ext cx="2223686"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000" b="1">
                <a:solidFill>
                  <a:schemeClr val="dk1"/>
                </a:solidFill>
                <a:latin typeface="Verdana"/>
                <a:ea typeface="Verdana"/>
                <a:cs typeface="Verdana"/>
                <a:sym typeface="Verdana"/>
              </a:rPr>
              <a:t>2.4.4. Summary</a:t>
            </a:r>
            <a:endParaRPr sz="2000" b="1">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47"/>
          <p:cNvSpPr txBox="1">
            <a:spLocks noGrp="1"/>
          </p:cNvSpPr>
          <p:nvPr>
            <p:ph type="title"/>
          </p:nvPr>
        </p:nvSpPr>
        <p:spPr>
          <a:xfrm>
            <a:off x="626309" y="0"/>
            <a:ext cx="11358854" cy="1009996"/>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Clr>
                <a:schemeClr val="dk1"/>
              </a:buClr>
              <a:buSzPts val="3000"/>
              <a:buFont typeface="Verdana"/>
              <a:buNone/>
            </a:pPr>
            <a:r>
              <a:rPr lang="en" sz="3000" b="1">
                <a:latin typeface="Verdana"/>
                <a:ea typeface="Verdana"/>
                <a:cs typeface="Verdana"/>
                <a:sym typeface="Verdana"/>
              </a:rPr>
              <a:t>2.5. Extreme </a:t>
            </a:r>
            <a:endParaRPr sz="3000">
              <a:latin typeface="Verdana"/>
              <a:ea typeface="Verdana"/>
              <a:cs typeface="Verdana"/>
              <a:sym typeface="Verdana"/>
            </a:endParaRPr>
          </a:p>
        </p:txBody>
      </p:sp>
      <p:sp>
        <p:nvSpPr>
          <p:cNvPr id="469" name="Google Shape;469;p47"/>
          <p:cNvSpPr txBox="1">
            <a:spLocks noGrp="1"/>
          </p:cNvSpPr>
          <p:nvPr>
            <p:ph type="body" idx="2"/>
          </p:nvPr>
        </p:nvSpPr>
        <p:spPr>
          <a:xfrm>
            <a:off x="1409495" y="2739043"/>
            <a:ext cx="3549121" cy="18288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SzPts val="2320"/>
              <a:buNone/>
            </a:pPr>
            <a:r>
              <a:rPr lang="en">
                <a:latin typeface="Verdana"/>
                <a:ea typeface="Verdana"/>
                <a:cs typeface="Verdana"/>
                <a:sym typeface="Verdana"/>
              </a:rPr>
              <a:t>Extreme programming is a model for rapid software development, with an emphasis on collaboration, quality, and flexibility. It aims for continuous revisions and tests to adapt to the customer's requirements.</a:t>
            </a:r>
            <a:endParaRPr/>
          </a:p>
          <a:p>
            <a:pPr marL="0" lvl="0" indent="0" algn="l" rtl="0">
              <a:spcBef>
                <a:spcPts val="920"/>
              </a:spcBef>
              <a:spcAft>
                <a:spcPts val="0"/>
              </a:spcAft>
              <a:buSzPts val="2320"/>
              <a:buNone/>
            </a:pPr>
            <a:r>
              <a:rPr lang="el-GR">
                <a:latin typeface="Verdana"/>
                <a:ea typeface="Verdana"/>
                <a:cs typeface="Verdana"/>
                <a:sym typeface="Verdana"/>
              </a:rPr>
              <a:t/>
            </a:r>
            <a:br>
              <a:rPr lang="el-GR">
                <a:latin typeface="Verdana"/>
                <a:ea typeface="Verdana"/>
                <a:cs typeface="Verdana"/>
                <a:sym typeface="Verdana"/>
              </a:rPr>
            </a:br>
            <a:endParaRPr>
              <a:latin typeface="Verdana"/>
              <a:ea typeface="Verdana"/>
              <a:cs typeface="Verdana"/>
              <a:sym typeface="Verdana"/>
            </a:endParaRPr>
          </a:p>
        </p:txBody>
      </p:sp>
      <p:sp>
        <p:nvSpPr>
          <p:cNvPr id="470" name="Google Shape;470;p47"/>
          <p:cNvSpPr/>
          <p:nvPr/>
        </p:nvSpPr>
        <p:spPr>
          <a:xfrm>
            <a:off x="1409495" y="1009996"/>
            <a:ext cx="2241319" cy="64629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800" b="1" dirty="0">
                <a:solidFill>
                  <a:schemeClr val="dk1"/>
                </a:solidFill>
                <a:latin typeface="Verdana"/>
                <a:ea typeface="Verdana"/>
                <a:cs typeface="Verdana"/>
                <a:sym typeface="Verdana"/>
              </a:rPr>
              <a:t>2.5.1. </a:t>
            </a:r>
            <a:r>
              <a:rPr lang="en" sz="1800" b="1" dirty="0" smtClean="0">
                <a:solidFill>
                  <a:schemeClr val="dk1"/>
                </a:solidFill>
                <a:latin typeface="Verdana"/>
                <a:ea typeface="Verdana"/>
                <a:cs typeface="Verdana"/>
                <a:sym typeface="Verdana"/>
              </a:rPr>
              <a:t>Introduction</a:t>
            </a:r>
            <a:endParaRPr sz="1800" b="1" dirty="0">
              <a:solidFill>
                <a:schemeClr val="dk1"/>
              </a:solidFill>
              <a:latin typeface="Verdana"/>
              <a:ea typeface="Verdana"/>
              <a:cs typeface="Verdana"/>
              <a:sym typeface="Verdana"/>
            </a:endParaRPr>
          </a:p>
        </p:txBody>
      </p:sp>
      <p:sp>
        <p:nvSpPr>
          <p:cNvPr id="2" name="Text Placeholder 1"/>
          <p:cNvSpPr>
            <a:spLocks noGrp="1"/>
          </p:cNvSpPr>
          <p:nvPr>
            <p:ph type="body" idx="1"/>
          </p:nvPr>
        </p:nvSpPr>
        <p:spPr/>
        <p:txBody>
          <a:bodyPr/>
          <a:lstStyle/>
          <a:p>
            <a:endParaRPr lang="en-US"/>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62033" y="1656286"/>
            <a:ext cx="6474056" cy="3424238"/>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sp>
        <p:nvSpPr>
          <p:cNvPr id="475" name="Google Shape;475;p48"/>
          <p:cNvSpPr txBox="1">
            <a:spLocks noGrp="1"/>
          </p:cNvSpPr>
          <p:nvPr>
            <p:ph type="title"/>
          </p:nvPr>
        </p:nvSpPr>
        <p:spPr>
          <a:xfrm>
            <a:off x="1484310" y="-16625"/>
            <a:ext cx="1058862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n" sz="3000" b="1">
                <a:latin typeface="Verdana"/>
                <a:ea typeface="Verdana"/>
                <a:cs typeface="Verdana"/>
                <a:sym typeface="Verdana"/>
              </a:rPr>
              <a:t>2.5. Extreme </a:t>
            </a:r>
            <a:endParaRPr/>
          </a:p>
        </p:txBody>
      </p:sp>
      <p:sp>
        <p:nvSpPr>
          <p:cNvPr id="476" name="Google Shape;476;p48"/>
          <p:cNvSpPr txBox="1">
            <a:spLocks noGrp="1"/>
          </p:cNvSpPr>
          <p:nvPr>
            <p:ph type="body" idx="1"/>
          </p:nvPr>
        </p:nvSpPr>
        <p:spPr>
          <a:xfrm>
            <a:off x="1484310" y="2170216"/>
            <a:ext cx="10018713" cy="3124201"/>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SzPts val="2320"/>
              <a:buNone/>
            </a:pPr>
            <a:r>
              <a:rPr lang="en" sz="1600">
                <a:latin typeface="Verdana"/>
                <a:ea typeface="Verdana"/>
                <a:cs typeface="Verdana"/>
                <a:sym typeface="Verdana"/>
              </a:rPr>
              <a:t>Extreme Programming consists of collaborative pair programming, test-driven development, frequent integration, and continuous releases. The client is actively involved, while the pace of work is sustainable and humane.</a:t>
            </a:r>
            <a:endParaRPr sz="600">
              <a:latin typeface="Verdana"/>
              <a:ea typeface="Verdana"/>
              <a:cs typeface="Verdana"/>
              <a:sym typeface="Verdana"/>
            </a:endParaRPr>
          </a:p>
        </p:txBody>
      </p:sp>
      <p:sp>
        <p:nvSpPr>
          <p:cNvPr id="477" name="Google Shape;477;p48"/>
          <p:cNvSpPr/>
          <p:nvPr/>
        </p:nvSpPr>
        <p:spPr>
          <a:xfrm>
            <a:off x="1484310" y="1087869"/>
            <a:ext cx="3453189"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000" b="1">
                <a:solidFill>
                  <a:schemeClr val="dk1"/>
                </a:solidFill>
                <a:latin typeface="Verdana"/>
                <a:ea typeface="Verdana"/>
                <a:cs typeface="Verdana"/>
                <a:sym typeface="Verdana"/>
              </a:rPr>
              <a:t>2.5.2. Functionality</a:t>
            </a:r>
            <a:endParaRPr sz="2000" b="1">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p50"/>
          <p:cNvSpPr txBox="1">
            <a:spLocks noGrp="1"/>
          </p:cNvSpPr>
          <p:nvPr>
            <p:ph type="title"/>
          </p:nvPr>
        </p:nvSpPr>
        <p:spPr>
          <a:xfrm>
            <a:off x="1484310" y="-16625"/>
            <a:ext cx="1058862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n" sz="3000" b="1">
                <a:latin typeface="Verdana"/>
                <a:ea typeface="Verdana"/>
                <a:cs typeface="Verdana"/>
                <a:sym typeface="Verdana"/>
              </a:rPr>
              <a:t>2.5. Extreme </a:t>
            </a:r>
            <a:endParaRPr/>
          </a:p>
        </p:txBody>
      </p:sp>
      <p:sp>
        <p:nvSpPr>
          <p:cNvPr id="490" name="Google Shape;490;p50"/>
          <p:cNvSpPr txBox="1">
            <a:spLocks noGrp="1"/>
          </p:cNvSpPr>
          <p:nvPr>
            <p:ph type="body" idx="1"/>
          </p:nvPr>
        </p:nvSpPr>
        <p:spPr>
          <a:xfrm>
            <a:off x="1484310" y="2367066"/>
            <a:ext cx="10018800" cy="3124200"/>
          </a:xfrm>
          <a:prstGeom prst="rect">
            <a:avLst/>
          </a:prstGeom>
          <a:noFill/>
          <a:ln>
            <a:noFill/>
          </a:ln>
        </p:spPr>
        <p:txBody>
          <a:bodyPr spcFirstLastPara="1" wrap="square" lIns="91425" tIns="45700" rIns="91425" bIns="45700" anchor="ctr" anchorCtr="0">
            <a:noAutofit/>
          </a:bodyPr>
          <a:lstStyle/>
          <a:p>
            <a:pPr marL="285750" lvl="0" indent="-285750">
              <a:spcBef>
                <a:spcPts val="0"/>
              </a:spcBef>
              <a:buSzPts val="2320"/>
            </a:pPr>
            <a:r>
              <a:rPr lang="en" sz="1600" dirty="0">
                <a:latin typeface="Verdana"/>
                <a:ea typeface="Verdana"/>
                <a:cs typeface="Verdana"/>
                <a:sym typeface="Verdana"/>
              </a:rPr>
              <a:t>Cost &amp; Time Saving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Fast development ensures timely delivery without unnecessary costs and documentation.</a:t>
            </a:r>
            <a:endParaRPr dirty="0"/>
          </a:p>
          <a:p>
            <a:pPr marL="285750" lvl="0" indent="-285750">
              <a:spcBef>
                <a:spcPts val="920"/>
              </a:spcBef>
              <a:buSzPts val="2320"/>
            </a:pPr>
            <a:r>
              <a:rPr lang="en" sz="1600" dirty="0">
                <a:latin typeface="Verdana"/>
                <a:ea typeface="Verdana"/>
                <a:cs typeface="Verdana"/>
                <a:sym typeface="Verdana"/>
              </a:rPr>
              <a:t>Improving Quality through Simplicity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Simple code allows faster fixes and enhances project quality.</a:t>
            </a:r>
            <a:endParaRPr dirty="0"/>
          </a:p>
          <a:p>
            <a:pPr marL="285750" lvl="0" indent="-285750">
              <a:spcBef>
                <a:spcPts val="920"/>
              </a:spcBef>
              <a:buSzPts val="2320"/>
            </a:pPr>
            <a:r>
              <a:rPr lang="en" sz="1600" dirty="0">
                <a:latin typeface="Verdana"/>
                <a:ea typeface="Verdana"/>
                <a:cs typeface="Verdana"/>
                <a:sym typeface="Verdana"/>
              </a:rPr>
              <a:t>Sense of Responsibility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Pair programming inspires motivation and a sense of responsibility among team members.</a:t>
            </a:r>
            <a:endParaRPr dirty="0"/>
          </a:p>
          <a:p>
            <a:pPr marL="285750" lvl="0" indent="-285750">
              <a:spcBef>
                <a:spcPts val="920"/>
              </a:spcBef>
              <a:buSzPts val="2320"/>
            </a:pPr>
            <a:r>
              <a:rPr lang="en" sz="1600" dirty="0">
                <a:latin typeface="Verdana"/>
                <a:ea typeface="Verdana"/>
                <a:cs typeface="Verdana"/>
                <a:sym typeface="Verdana"/>
              </a:rPr>
              <a:t>Feedback Benefits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Continuous feedback offers opportunities for improvement and enables the incorporation of new ideas.</a:t>
            </a:r>
            <a:endParaRPr dirty="0"/>
          </a:p>
          <a:p>
            <a:pPr marL="285750" lvl="0" indent="-285750">
              <a:spcBef>
                <a:spcPts val="920"/>
              </a:spcBef>
              <a:buSzPts val="2320"/>
            </a:pPr>
            <a:r>
              <a:rPr lang="en" sz="1600" dirty="0">
                <a:latin typeface="Verdana"/>
                <a:ea typeface="Verdana"/>
                <a:cs typeface="Verdana"/>
                <a:sym typeface="Verdana"/>
              </a:rPr>
              <a:t>Improved Reliability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Testing during development enhances the reliability of the final project.</a:t>
            </a:r>
            <a:endParaRPr dirty="0"/>
          </a:p>
          <a:p>
            <a:pPr marL="0" lvl="0" indent="0" algn="l" rtl="0">
              <a:spcBef>
                <a:spcPts val="920"/>
              </a:spcBef>
              <a:spcAft>
                <a:spcPts val="0"/>
              </a:spcAft>
              <a:buSzPts val="2320"/>
              <a:buNone/>
            </a:pPr>
            <a:r>
              <a:rPr lang="el-GR" sz="1600" dirty="0">
                <a:latin typeface="Verdana"/>
                <a:ea typeface="Verdana"/>
                <a:cs typeface="Verdana"/>
                <a:sym typeface="Verdana"/>
              </a:rPr>
              <a:t/>
            </a:r>
            <a:br>
              <a:rPr lang="el-GR" sz="1600" dirty="0">
                <a:latin typeface="Verdana"/>
                <a:ea typeface="Verdana"/>
                <a:cs typeface="Verdana"/>
                <a:sym typeface="Verdana"/>
              </a:rPr>
            </a:br>
            <a:endParaRPr sz="1600" dirty="0">
              <a:latin typeface="Verdana"/>
              <a:ea typeface="Verdana"/>
              <a:cs typeface="Verdana"/>
              <a:sym typeface="Verdana"/>
            </a:endParaRPr>
          </a:p>
        </p:txBody>
      </p:sp>
      <p:sp>
        <p:nvSpPr>
          <p:cNvPr id="491" name="Google Shape;491;p50"/>
          <p:cNvSpPr/>
          <p:nvPr/>
        </p:nvSpPr>
        <p:spPr>
          <a:xfrm>
            <a:off x="1484310" y="1087869"/>
            <a:ext cx="3299301"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000" b="1" dirty="0" smtClean="0">
                <a:solidFill>
                  <a:schemeClr val="dk1"/>
                </a:solidFill>
                <a:latin typeface="Verdana"/>
                <a:ea typeface="Verdana"/>
                <a:cs typeface="Verdana"/>
                <a:sym typeface="Verdana"/>
              </a:rPr>
              <a:t>2.5.3. </a:t>
            </a:r>
            <a:r>
              <a:rPr lang="en" sz="2000" b="1" dirty="0">
                <a:solidFill>
                  <a:schemeClr val="dk1"/>
                </a:solidFill>
                <a:latin typeface="Verdana"/>
                <a:ea typeface="Verdana"/>
                <a:cs typeface="Verdana"/>
                <a:sym typeface="Verdana"/>
              </a:rPr>
              <a:t>Advantages</a:t>
            </a:r>
            <a:endParaRPr sz="2000" b="1" dirty="0">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51"/>
          <p:cNvSpPr txBox="1">
            <a:spLocks noGrp="1"/>
          </p:cNvSpPr>
          <p:nvPr>
            <p:ph type="title"/>
          </p:nvPr>
        </p:nvSpPr>
        <p:spPr>
          <a:xfrm>
            <a:off x="1484310" y="-16625"/>
            <a:ext cx="1058862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n" sz="3000" b="1">
                <a:latin typeface="Verdana"/>
                <a:ea typeface="Verdana"/>
                <a:cs typeface="Verdana"/>
                <a:sym typeface="Verdana"/>
              </a:rPr>
              <a:t>2.5. Extreme </a:t>
            </a:r>
            <a:endParaRPr/>
          </a:p>
        </p:txBody>
      </p:sp>
      <p:sp>
        <p:nvSpPr>
          <p:cNvPr id="497" name="Google Shape;497;p51"/>
          <p:cNvSpPr txBox="1">
            <a:spLocks noGrp="1"/>
          </p:cNvSpPr>
          <p:nvPr>
            <p:ph type="body" idx="1"/>
          </p:nvPr>
        </p:nvSpPr>
        <p:spPr>
          <a:xfrm>
            <a:off x="1484310" y="2170216"/>
            <a:ext cx="10018713" cy="3124201"/>
          </a:xfrm>
          <a:prstGeom prst="rect">
            <a:avLst/>
          </a:prstGeom>
          <a:noFill/>
          <a:ln>
            <a:noFill/>
          </a:ln>
        </p:spPr>
        <p:txBody>
          <a:bodyPr spcFirstLastPara="1" wrap="square" lIns="91425" tIns="45700" rIns="91425" bIns="45700" anchor="ctr" anchorCtr="0">
            <a:noAutofit/>
          </a:bodyPr>
          <a:lstStyle/>
          <a:p>
            <a:pPr marL="285750" lvl="0" indent="-285750">
              <a:spcBef>
                <a:spcPts val="0"/>
              </a:spcBef>
              <a:buSzPts val="2320"/>
            </a:pPr>
            <a:r>
              <a:rPr lang="en" sz="1600" dirty="0">
                <a:latin typeface="Verdana"/>
                <a:ea typeface="Verdana"/>
                <a:cs typeface="Verdana"/>
                <a:sym typeface="Verdana"/>
              </a:rPr>
              <a:t>Naivety in Design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Lack of satisfactory design with potential customer dissatisfaction.</a:t>
            </a:r>
            <a:endParaRPr dirty="0"/>
          </a:p>
          <a:p>
            <a:pPr marL="285750" lvl="0" indent="-285750">
              <a:spcBef>
                <a:spcPts val="920"/>
              </a:spcBef>
              <a:buSzPts val="2320"/>
            </a:pPr>
            <a:r>
              <a:rPr lang="en" sz="1600" dirty="0">
                <a:latin typeface="Verdana"/>
                <a:ea typeface="Verdana"/>
                <a:cs typeface="Verdana"/>
                <a:sym typeface="Verdana"/>
              </a:rPr>
              <a:t>Distance Problem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Communication and cooperation difficulties for absent members.</a:t>
            </a:r>
            <a:endParaRPr dirty="0"/>
          </a:p>
          <a:p>
            <a:pPr marL="285750" lvl="0" indent="-285750">
              <a:spcBef>
                <a:spcPts val="920"/>
              </a:spcBef>
              <a:buSzPts val="2320"/>
            </a:pPr>
            <a:r>
              <a:rPr lang="en" sz="1600" dirty="0">
                <a:latin typeface="Verdana"/>
                <a:ea typeface="Verdana"/>
                <a:cs typeface="Verdana"/>
                <a:sym typeface="Verdana"/>
              </a:rPr>
              <a:t>Lack of Documentation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Lack of documentation can lead to errors and problems.</a:t>
            </a:r>
            <a:endParaRPr dirty="0"/>
          </a:p>
          <a:p>
            <a:pPr marL="285750" lvl="0" indent="-285750">
              <a:spcBef>
                <a:spcPts val="920"/>
              </a:spcBef>
              <a:buSzPts val="2320"/>
            </a:pPr>
            <a:r>
              <a:rPr lang="en" sz="1600" dirty="0">
                <a:latin typeface="Verdana"/>
                <a:ea typeface="Verdana"/>
                <a:cs typeface="Verdana"/>
                <a:sym typeface="Verdana"/>
              </a:rPr>
              <a:t>Stress due to Time Constraints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Limited delivery time can cause stress and affect code quality.</a:t>
            </a:r>
            <a:endParaRPr dirty="0"/>
          </a:p>
          <a:p>
            <a:pPr marL="0" lvl="0" indent="0" algn="l" rtl="0">
              <a:spcBef>
                <a:spcPts val="920"/>
              </a:spcBef>
              <a:spcAft>
                <a:spcPts val="0"/>
              </a:spcAft>
              <a:buSzPts val="2320"/>
              <a:buNone/>
            </a:pPr>
            <a:r>
              <a:rPr lang="el-GR" sz="1600" dirty="0">
                <a:latin typeface="Verdana"/>
                <a:ea typeface="Verdana"/>
                <a:cs typeface="Verdana"/>
                <a:sym typeface="Verdana"/>
              </a:rPr>
              <a:t/>
            </a:r>
            <a:br>
              <a:rPr lang="el-GR" sz="1600" dirty="0">
                <a:latin typeface="Verdana"/>
                <a:ea typeface="Verdana"/>
                <a:cs typeface="Verdana"/>
                <a:sym typeface="Verdana"/>
              </a:rPr>
            </a:br>
            <a:endParaRPr sz="1600" dirty="0">
              <a:latin typeface="Verdana"/>
              <a:ea typeface="Verdana"/>
              <a:cs typeface="Verdana"/>
              <a:sym typeface="Verdana"/>
            </a:endParaRPr>
          </a:p>
        </p:txBody>
      </p:sp>
      <p:sp>
        <p:nvSpPr>
          <p:cNvPr id="498" name="Google Shape;498;p51"/>
          <p:cNvSpPr/>
          <p:nvPr/>
        </p:nvSpPr>
        <p:spPr>
          <a:xfrm>
            <a:off x="1484310" y="1087869"/>
            <a:ext cx="3249608"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000" b="1" dirty="0" smtClean="0">
                <a:solidFill>
                  <a:schemeClr val="dk1"/>
                </a:solidFill>
                <a:latin typeface="Verdana"/>
                <a:ea typeface="Verdana"/>
                <a:cs typeface="Verdana"/>
                <a:sym typeface="Verdana"/>
              </a:rPr>
              <a:t>2.5.4. </a:t>
            </a:r>
            <a:r>
              <a:rPr lang="en" sz="2000" b="1" dirty="0">
                <a:solidFill>
                  <a:schemeClr val="dk1"/>
                </a:solidFill>
                <a:latin typeface="Verdana"/>
                <a:ea typeface="Verdana"/>
                <a:cs typeface="Verdana"/>
                <a:sym typeface="Verdana"/>
              </a:rPr>
              <a:t>Disadvantages</a:t>
            </a:r>
            <a:endParaRPr sz="2000" b="1" dirty="0">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sp>
        <p:nvSpPr>
          <p:cNvPr id="503" name="Google Shape;503;p52"/>
          <p:cNvSpPr txBox="1">
            <a:spLocks noGrp="1"/>
          </p:cNvSpPr>
          <p:nvPr>
            <p:ph type="title"/>
          </p:nvPr>
        </p:nvSpPr>
        <p:spPr>
          <a:xfrm>
            <a:off x="1484310" y="-16625"/>
            <a:ext cx="1058862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n" sz="3000" b="1">
                <a:latin typeface="Verdana"/>
                <a:ea typeface="Verdana"/>
                <a:cs typeface="Verdana"/>
                <a:sym typeface="Verdana"/>
              </a:rPr>
              <a:t>2.5. Extreme </a:t>
            </a:r>
            <a:endParaRPr/>
          </a:p>
        </p:txBody>
      </p:sp>
      <p:sp>
        <p:nvSpPr>
          <p:cNvPr id="504" name="Google Shape;504;p52"/>
          <p:cNvSpPr txBox="1">
            <a:spLocks noGrp="1"/>
          </p:cNvSpPr>
          <p:nvPr>
            <p:ph type="body" idx="1"/>
          </p:nvPr>
        </p:nvSpPr>
        <p:spPr>
          <a:xfrm>
            <a:off x="1484310" y="2170216"/>
            <a:ext cx="10018713" cy="3124201"/>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 sz="1600" dirty="0">
                <a:latin typeface="Verdana"/>
                <a:ea typeface="Verdana"/>
                <a:cs typeface="Verdana"/>
                <a:sym typeface="Verdana"/>
              </a:rPr>
              <a:t>Edge programming offers a dynamic approach with cost and time saving advantages, while simultaneously addressing planning and communication challenges. It's a choice that requires a balance between rapid development and maintaining high quality.</a:t>
            </a:r>
            <a:endParaRPr dirty="0"/>
          </a:p>
          <a:p>
            <a:pPr marL="0" lvl="0" indent="0" algn="l" rtl="0">
              <a:spcBef>
                <a:spcPts val="920"/>
              </a:spcBef>
              <a:spcAft>
                <a:spcPts val="0"/>
              </a:spcAft>
              <a:buSzPts val="2320"/>
              <a:buNone/>
            </a:pPr>
            <a:r>
              <a:rPr lang="el-GR" sz="1600" dirty="0">
                <a:latin typeface="Verdana"/>
                <a:ea typeface="Verdana"/>
                <a:cs typeface="Verdana"/>
                <a:sym typeface="Verdana"/>
              </a:rPr>
              <a:t/>
            </a:r>
            <a:br>
              <a:rPr lang="el-GR" sz="1600" dirty="0">
                <a:latin typeface="Verdana"/>
                <a:ea typeface="Verdana"/>
                <a:cs typeface="Verdana"/>
                <a:sym typeface="Verdana"/>
              </a:rPr>
            </a:br>
            <a:endParaRPr sz="1600" dirty="0">
              <a:latin typeface="Verdana"/>
              <a:ea typeface="Verdana"/>
              <a:cs typeface="Verdana"/>
              <a:sym typeface="Verdana"/>
            </a:endParaRPr>
          </a:p>
        </p:txBody>
      </p:sp>
      <p:sp>
        <p:nvSpPr>
          <p:cNvPr id="505" name="Google Shape;505;p52"/>
          <p:cNvSpPr/>
          <p:nvPr/>
        </p:nvSpPr>
        <p:spPr>
          <a:xfrm>
            <a:off x="1484310" y="1087869"/>
            <a:ext cx="2223686"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000" b="1" dirty="0" smtClean="0">
                <a:solidFill>
                  <a:schemeClr val="dk1"/>
                </a:solidFill>
                <a:latin typeface="Verdana"/>
                <a:ea typeface="Verdana"/>
                <a:cs typeface="Verdana"/>
                <a:sym typeface="Verdana"/>
              </a:rPr>
              <a:t>2.5.5. </a:t>
            </a:r>
            <a:r>
              <a:rPr lang="en" sz="2000" b="1" dirty="0">
                <a:solidFill>
                  <a:schemeClr val="dk1"/>
                </a:solidFill>
                <a:latin typeface="Verdana"/>
                <a:ea typeface="Verdana"/>
                <a:cs typeface="Verdana"/>
                <a:sym typeface="Verdana"/>
              </a:rPr>
              <a:t>Summary</a:t>
            </a:r>
            <a:endParaRPr sz="2000" b="1" dirty="0">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09"/>
        <p:cNvGrpSpPr/>
        <p:nvPr/>
      </p:nvGrpSpPr>
      <p:grpSpPr>
        <a:xfrm>
          <a:off x="0" y="0"/>
          <a:ext cx="0" cy="0"/>
          <a:chOff x="0" y="0"/>
          <a:chExt cx="0" cy="0"/>
        </a:xfrm>
      </p:grpSpPr>
      <p:sp>
        <p:nvSpPr>
          <p:cNvPr id="510" name="Google Shape;510;p53"/>
          <p:cNvSpPr txBox="1">
            <a:spLocks noGrp="1"/>
          </p:cNvSpPr>
          <p:nvPr>
            <p:ph type="title"/>
          </p:nvPr>
        </p:nvSpPr>
        <p:spPr>
          <a:xfrm>
            <a:off x="1598877" y="148163"/>
            <a:ext cx="9789559" cy="1018309"/>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Clr>
                <a:schemeClr val="dk1"/>
              </a:buClr>
              <a:buSzPts val="3000"/>
              <a:buFont typeface="Verdana"/>
              <a:buNone/>
            </a:pPr>
            <a:r>
              <a:rPr lang="en" sz="3000" b="1">
                <a:latin typeface="Verdana"/>
                <a:ea typeface="Verdana"/>
                <a:cs typeface="Verdana"/>
                <a:sym typeface="Verdana"/>
              </a:rPr>
              <a:t>2.6. Test-driven </a:t>
            </a:r>
            <a:endParaRPr sz="3000">
              <a:latin typeface="Verdana"/>
              <a:ea typeface="Verdana"/>
              <a:cs typeface="Verdana"/>
              <a:sym typeface="Verdana"/>
            </a:endParaRPr>
          </a:p>
        </p:txBody>
      </p:sp>
      <p:sp>
        <p:nvSpPr>
          <p:cNvPr id="512" name="Google Shape;512;p53"/>
          <p:cNvSpPr txBox="1">
            <a:spLocks noGrp="1"/>
          </p:cNvSpPr>
          <p:nvPr>
            <p:ph type="body" idx="2"/>
          </p:nvPr>
        </p:nvSpPr>
        <p:spPr>
          <a:xfrm>
            <a:off x="1374432" y="2687701"/>
            <a:ext cx="3549121" cy="18288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SzPct val="145000"/>
              <a:buNone/>
            </a:pPr>
            <a:r>
              <a:rPr lang="en">
                <a:latin typeface="Verdana"/>
                <a:ea typeface="Verdana"/>
                <a:cs typeface="Verdana"/>
                <a:sym typeface="Verdana"/>
              </a:rPr>
              <a:t>Test Driven Development (TDD) is the process where test cases are written before code, with short development cycles. It uses automated test units to design and decouple dependencies.</a:t>
            </a:r>
            <a:endParaRPr>
              <a:latin typeface="Verdana"/>
              <a:ea typeface="Verdana"/>
              <a:cs typeface="Verdana"/>
              <a:sym typeface="Verdana"/>
            </a:endParaRPr>
          </a:p>
        </p:txBody>
      </p:sp>
      <p:sp>
        <p:nvSpPr>
          <p:cNvPr id="513" name="Google Shape;513;p53"/>
          <p:cNvSpPr/>
          <p:nvPr/>
        </p:nvSpPr>
        <p:spPr>
          <a:xfrm>
            <a:off x="1374432" y="1166472"/>
            <a:ext cx="2241319" cy="64629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800" b="1" dirty="0">
                <a:solidFill>
                  <a:schemeClr val="dk1"/>
                </a:solidFill>
                <a:latin typeface="Verdana"/>
                <a:ea typeface="Verdana"/>
                <a:cs typeface="Verdana"/>
                <a:sym typeface="Verdana"/>
              </a:rPr>
              <a:t>2.6.1. </a:t>
            </a:r>
            <a:r>
              <a:rPr lang="en" sz="1800" b="1" dirty="0" smtClean="0">
                <a:solidFill>
                  <a:schemeClr val="dk1"/>
                </a:solidFill>
                <a:latin typeface="Verdana"/>
                <a:ea typeface="Verdana"/>
                <a:cs typeface="Verdana"/>
                <a:sym typeface="Verdana"/>
              </a:rPr>
              <a:t>Introduction</a:t>
            </a:r>
            <a:endParaRPr sz="1800" b="1" dirty="0">
              <a:solidFill>
                <a:schemeClr val="dk1"/>
              </a:solidFill>
              <a:latin typeface="Verdana"/>
              <a:ea typeface="Verdana"/>
              <a:cs typeface="Verdana"/>
              <a:sym typeface="Verdana"/>
            </a:endParaRPr>
          </a:p>
        </p:txBody>
      </p:sp>
      <p:sp>
        <p:nvSpPr>
          <p:cNvPr id="2" name="Text Placeholder 1"/>
          <p:cNvSpPr>
            <a:spLocks noGrp="1"/>
          </p:cNvSpPr>
          <p:nvPr>
            <p:ph type="body" idx="1"/>
          </p:nvPr>
        </p:nvSpPr>
        <p:spPr>
          <a:xfrm>
            <a:off x="5235656" y="1049400"/>
            <a:ext cx="6240990" cy="5105401"/>
          </a:xfrm>
        </p:spPr>
        <p:txBody>
          <a:bodyPr/>
          <a:lstStyle/>
          <a:p>
            <a:endParaRPr lang="en-US"/>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74882" y="1935854"/>
            <a:ext cx="6362538" cy="3181269"/>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17"/>
        <p:cNvGrpSpPr/>
        <p:nvPr/>
      </p:nvGrpSpPr>
      <p:grpSpPr>
        <a:xfrm>
          <a:off x="0" y="0"/>
          <a:ext cx="0" cy="0"/>
          <a:chOff x="0" y="0"/>
          <a:chExt cx="0" cy="0"/>
        </a:xfrm>
      </p:grpSpPr>
      <p:sp>
        <p:nvSpPr>
          <p:cNvPr id="518" name="Google Shape;518;p54"/>
          <p:cNvSpPr txBox="1">
            <a:spLocks noGrp="1"/>
          </p:cNvSpPr>
          <p:nvPr>
            <p:ph type="title"/>
          </p:nvPr>
        </p:nvSpPr>
        <p:spPr>
          <a:xfrm>
            <a:off x="1484310" y="-16625"/>
            <a:ext cx="1058862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n" sz="3000" b="1">
                <a:latin typeface="Verdana"/>
                <a:ea typeface="Verdana"/>
                <a:cs typeface="Verdana"/>
                <a:sym typeface="Verdana"/>
              </a:rPr>
              <a:t>2.6. Test-driven </a:t>
            </a:r>
            <a:endParaRPr/>
          </a:p>
        </p:txBody>
      </p:sp>
      <p:sp>
        <p:nvSpPr>
          <p:cNvPr id="519" name="Google Shape;519;p54"/>
          <p:cNvSpPr txBox="1">
            <a:spLocks noGrp="1"/>
          </p:cNvSpPr>
          <p:nvPr>
            <p:ph type="body" idx="1"/>
          </p:nvPr>
        </p:nvSpPr>
        <p:spPr>
          <a:xfrm>
            <a:off x="1484310" y="2170216"/>
            <a:ext cx="10018713" cy="3124201"/>
          </a:xfrm>
          <a:prstGeom prst="rect">
            <a:avLst/>
          </a:prstGeom>
          <a:noFill/>
          <a:ln>
            <a:noFill/>
          </a:ln>
        </p:spPr>
        <p:txBody>
          <a:bodyPr spcFirstLastPara="1" wrap="square" lIns="91425" tIns="45700" rIns="91425" bIns="45700" anchor="ctr" anchorCtr="0">
            <a:noAutofit/>
          </a:bodyPr>
          <a:lstStyle/>
          <a:p>
            <a:pPr marL="285750" lvl="0" indent="-285750" algn="l" rtl="0">
              <a:spcBef>
                <a:spcPts val="0"/>
              </a:spcBef>
              <a:spcAft>
                <a:spcPts val="0"/>
              </a:spcAft>
              <a:buSzPts val="2320"/>
              <a:buChar char="•"/>
            </a:pPr>
            <a:r>
              <a:rPr lang="en" sz="1600">
                <a:latin typeface="Verdana"/>
                <a:ea typeface="Verdana"/>
                <a:cs typeface="Verdana"/>
                <a:sym typeface="Verdana"/>
              </a:rPr>
              <a:t>Prevent redundant code</a:t>
            </a:r>
            <a:endParaRPr/>
          </a:p>
          <a:p>
            <a:pPr marL="285750" lvl="0" indent="-285750" algn="l" rtl="0">
              <a:spcBef>
                <a:spcPts val="920"/>
              </a:spcBef>
              <a:spcAft>
                <a:spcPts val="0"/>
              </a:spcAft>
              <a:buSzPts val="2320"/>
              <a:buChar char="•"/>
            </a:pPr>
            <a:r>
              <a:rPr lang="en" sz="1600">
                <a:latin typeface="Verdana"/>
                <a:ea typeface="Verdana"/>
                <a:cs typeface="Verdana"/>
                <a:sym typeface="Verdana"/>
              </a:rPr>
              <a:t>Ease of maintenance and changes</a:t>
            </a:r>
            <a:endParaRPr/>
          </a:p>
          <a:p>
            <a:pPr marL="285750" lvl="0" indent="-285750" algn="l" rtl="0">
              <a:spcBef>
                <a:spcPts val="920"/>
              </a:spcBef>
              <a:spcAft>
                <a:spcPts val="0"/>
              </a:spcAft>
              <a:buSzPts val="2320"/>
              <a:buChar char="•"/>
            </a:pPr>
            <a:r>
              <a:rPr lang="en" sz="1600">
                <a:latin typeface="Verdana"/>
                <a:ea typeface="Verdana"/>
                <a:cs typeface="Verdana"/>
                <a:sym typeface="Verdana"/>
              </a:rPr>
              <a:t>Easy representation with high quality tests</a:t>
            </a:r>
            <a:endParaRPr/>
          </a:p>
          <a:p>
            <a:pPr marL="285750" lvl="0" indent="-285750" algn="l" rtl="0">
              <a:spcBef>
                <a:spcPts val="920"/>
              </a:spcBef>
              <a:spcAft>
                <a:spcPts val="0"/>
              </a:spcAft>
              <a:buSzPts val="2320"/>
              <a:buChar char="•"/>
            </a:pPr>
            <a:r>
              <a:rPr lang="en" sz="1600">
                <a:latin typeface="Verdana"/>
                <a:ea typeface="Verdana"/>
                <a:cs typeface="Verdana"/>
                <a:sym typeface="Verdana"/>
              </a:rPr>
              <a:t>High test coverage for security and confidence</a:t>
            </a:r>
            <a:endParaRPr/>
          </a:p>
          <a:p>
            <a:pPr marL="285750" lvl="0" indent="-285750" algn="l" rtl="0">
              <a:spcBef>
                <a:spcPts val="920"/>
              </a:spcBef>
              <a:spcAft>
                <a:spcPts val="0"/>
              </a:spcAft>
              <a:buSzPts val="2320"/>
              <a:buChar char="•"/>
            </a:pPr>
            <a:r>
              <a:rPr lang="en" sz="1600">
                <a:latin typeface="Verdana"/>
                <a:ea typeface="Verdana"/>
                <a:cs typeface="Verdana"/>
                <a:sym typeface="Verdana"/>
              </a:rPr>
              <a:t>Documentation through testing</a:t>
            </a:r>
            <a:endParaRPr/>
          </a:p>
          <a:p>
            <a:pPr marL="285750" lvl="0" indent="-285750" algn="l" rtl="0">
              <a:spcBef>
                <a:spcPts val="920"/>
              </a:spcBef>
              <a:spcAft>
                <a:spcPts val="0"/>
              </a:spcAft>
              <a:buSzPts val="2320"/>
              <a:buChar char="•"/>
            </a:pPr>
            <a:r>
              <a:rPr lang="en" sz="1600">
                <a:latin typeface="Verdana"/>
                <a:ea typeface="Verdana"/>
                <a:cs typeface="Verdana"/>
                <a:sym typeface="Verdana"/>
              </a:rPr>
              <a:t>Fast debugging with frequent testing</a:t>
            </a:r>
            <a:endParaRPr/>
          </a:p>
          <a:p>
            <a:pPr marL="0" lvl="0" indent="0" algn="l" rtl="0">
              <a:spcBef>
                <a:spcPts val="920"/>
              </a:spcBef>
              <a:spcAft>
                <a:spcPts val="0"/>
              </a:spcAft>
              <a:buSzPts val="2320"/>
              <a:buNone/>
            </a:pPr>
            <a:r>
              <a:rPr lang="el-GR" sz="1600">
                <a:latin typeface="Verdana"/>
                <a:ea typeface="Verdana"/>
                <a:cs typeface="Verdana"/>
                <a:sym typeface="Verdana"/>
              </a:rPr>
              <a:t/>
            </a:r>
            <a:br>
              <a:rPr lang="el-GR" sz="1600">
                <a:latin typeface="Verdana"/>
                <a:ea typeface="Verdana"/>
                <a:cs typeface="Verdana"/>
                <a:sym typeface="Verdana"/>
              </a:rPr>
            </a:br>
            <a:endParaRPr sz="1600">
              <a:latin typeface="Verdana"/>
              <a:ea typeface="Verdana"/>
              <a:cs typeface="Verdana"/>
              <a:sym typeface="Verdana"/>
            </a:endParaRPr>
          </a:p>
        </p:txBody>
      </p:sp>
      <p:sp>
        <p:nvSpPr>
          <p:cNvPr id="520" name="Google Shape;520;p54"/>
          <p:cNvSpPr/>
          <p:nvPr/>
        </p:nvSpPr>
        <p:spPr>
          <a:xfrm>
            <a:off x="1484310" y="1087869"/>
            <a:ext cx="3299301"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000" b="1">
                <a:solidFill>
                  <a:schemeClr val="dk1"/>
                </a:solidFill>
                <a:latin typeface="Verdana"/>
                <a:ea typeface="Verdana"/>
                <a:cs typeface="Verdana"/>
                <a:sym typeface="Verdana"/>
              </a:rPr>
              <a:t>2.6.2. Advantages</a:t>
            </a:r>
            <a:endParaRPr sz="2000" b="1">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sp>
        <p:nvSpPr>
          <p:cNvPr id="525" name="Google Shape;525;p55"/>
          <p:cNvSpPr txBox="1">
            <a:spLocks noGrp="1"/>
          </p:cNvSpPr>
          <p:nvPr>
            <p:ph type="title"/>
          </p:nvPr>
        </p:nvSpPr>
        <p:spPr>
          <a:xfrm>
            <a:off x="1484310" y="-16625"/>
            <a:ext cx="1058862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n" sz="3000" b="1">
                <a:latin typeface="Verdana"/>
                <a:ea typeface="Verdana"/>
                <a:cs typeface="Verdana"/>
                <a:sym typeface="Verdana"/>
              </a:rPr>
              <a:t>2.6. Test-driven </a:t>
            </a:r>
            <a:endParaRPr/>
          </a:p>
        </p:txBody>
      </p:sp>
      <p:sp>
        <p:nvSpPr>
          <p:cNvPr id="526" name="Google Shape;526;p55"/>
          <p:cNvSpPr txBox="1">
            <a:spLocks noGrp="1"/>
          </p:cNvSpPr>
          <p:nvPr>
            <p:ph type="body" idx="1"/>
          </p:nvPr>
        </p:nvSpPr>
        <p:spPr>
          <a:xfrm>
            <a:off x="1484310" y="2170216"/>
            <a:ext cx="10018713" cy="3124201"/>
          </a:xfrm>
          <a:prstGeom prst="rect">
            <a:avLst/>
          </a:prstGeom>
          <a:noFill/>
          <a:ln>
            <a:noFill/>
          </a:ln>
        </p:spPr>
        <p:txBody>
          <a:bodyPr spcFirstLastPara="1" wrap="square" lIns="91425" tIns="45700" rIns="91425" bIns="45700" anchor="ctr" anchorCtr="0">
            <a:normAutofit/>
          </a:bodyPr>
          <a:lstStyle/>
          <a:p>
            <a:pPr marL="285750" lvl="0" indent="-285750" algn="l" rtl="0">
              <a:spcBef>
                <a:spcPts val="0"/>
              </a:spcBef>
              <a:spcAft>
                <a:spcPts val="0"/>
              </a:spcAft>
              <a:buSzPts val="2320"/>
              <a:buChar char="•"/>
            </a:pPr>
            <a:r>
              <a:rPr lang="en" sz="1600">
                <a:latin typeface="Verdana"/>
                <a:ea typeface="Verdana"/>
                <a:cs typeface="Verdana"/>
                <a:sym typeface="Verdana"/>
              </a:rPr>
              <a:t>Tests may not detect all errors</a:t>
            </a:r>
            <a:endParaRPr/>
          </a:p>
          <a:p>
            <a:pPr marL="285750" lvl="0" indent="-285750" algn="l" rtl="0">
              <a:spcBef>
                <a:spcPts val="920"/>
              </a:spcBef>
              <a:spcAft>
                <a:spcPts val="0"/>
              </a:spcAft>
              <a:buSzPts val="2320"/>
              <a:buChar char="•"/>
            </a:pPr>
            <a:r>
              <a:rPr lang="en" sz="1600">
                <a:latin typeface="Verdana"/>
                <a:ea typeface="Verdana"/>
                <a:cs typeface="Verdana"/>
                <a:sym typeface="Verdana"/>
              </a:rPr>
              <a:t>TDD may take more time initially, but it leads to more efficient production in the long run</a:t>
            </a:r>
            <a:endParaRPr/>
          </a:p>
          <a:p>
            <a:pPr marL="285750" lvl="0" indent="-285750" algn="l" rtl="0">
              <a:spcBef>
                <a:spcPts val="920"/>
              </a:spcBef>
              <a:spcAft>
                <a:spcPts val="0"/>
              </a:spcAft>
              <a:buSzPts val="2320"/>
              <a:buChar char="•"/>
            </a:pPr>
            <a:r>
              <a:rPr lang="en" sz="1600">
                <a:latin typeface="Verdana"/>
                <a:ea typeface="Verdana"/>
                <a:cs typeface="Verdana"/>
                <a:sym typeface="Verdana"/>
              </a:rPr>
              <a:t>Team agreement on the use of TDD is important</a:t>
            </a:r>
            <a:endParaRPr/>
          </a:p>
          <a:p>
            <a:pPr marL="285750" lvl="0" indent="-285750" algn="l" rtl="0">
              <a:spcBef>
                <a:spcPts val="920"/>
              </a:spcBef>
              <a:spcAft>
                <a:spcPts val="0"/>
              </a:spcAft>
              <a:buSzPts val="2320"/>
              <a:buChar char="•"/>
            </a:pPr>
            <a:r>
              <a:rPr lang="en" sz="1600">
                <a:latin typeface="Verdana"/>
                <a:ea typeface="Verdana"/>
                <a:cs typeface="Verdana"/>
                <a:sym typeface="Verdana"/>
              </a:rPr>
              <a:t>Demanding maintenance of tests with changes in requirements</a:t>
            </a:r>
            <a:endParaRPr/>
          </a:p>
        </p:txBody>
      </p:sp>
      <p:sp>
        <p:nvSpPr>
          <p:cNvPr id="527" name="Google Shape;527;p55"/>
          <p:cNvSpPr/>
          <p:nvPr/>
        </p:nvSpPr>
        <p:spPr>
          <a:xfrm>
            <a:off x="1484310" y="1087869"/>
            <a:ext cx="3249608"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000" b="1">
                <a:solidFill>
                  <a:schemeClr val="dk1"/>
                </a:solidFill>
                <a:latin typeface="Verdana"/>
                <a:ea typeface="Verdana"/>
                <a:cs typeface="Verdana"/>
                <a:sym typeface="Verdana"/>
              </a:rPr>
              <a:t>2.6.3. Disadvantages</a:t>
            </a:r>
            <a:endParaRPr sz="2000" b="1">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31"/>
        <p:cNvGrpSpPr/>
        <p:nvPr/>
      </p:nvGrpSpPr>
      <p:grpSpPr>
        <a:xfrm>
          <a:off x="0" y="0"/>
          <a:ext cx="0" cy="0"/>
          <a:chOff x="0" y="0"/>
          <a:chExt cx="0" cy="0"/>
        </a:xfrm>
      </p:grpSpPr>
      <p:sp>
        <p:nvSpPr>
          <p:cNvPr id="532" name="Google Shape;532;p56"/>
          <p:cNvSpPr txBox="1">
            <a:spLocks noGrp="1"/>
          </p:cNvSpPr>
          <p:nvPr>
            <p:ph type="title"/>
          </p:nvPr>
        </p:nvSpPr>
        <p:spPr>
          <a:xfrm>
            <a:off x="1484310" y="-16625"/>
            <a:ext cx="1058862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n" sz="3000" b="1">
                <a:latin typeface="Verdana"/>
                <a:ea typeface="Verdana"/>
                <a:cs typeface="Verdana"/>
                <a:sym typeface="Verdana"/>
              </a:rPr>
              <a:t>2.6. Test-driven </a:t>
            </a:r>
            <a:endParaRPr/>
          </a:p>
        </p:txBody>
      </p:sp>
      <p:sp>
        <p:nvSpPr>
          <p:cNvPr id="533" name="Google Shape;533;p56"/>
          <p:cNvSpPr txBox="1">
            <a:spLocks noGrp="1"/>
          </p:cNvSpPr>
          <p:nvPr>
            <p:ph type="body" idx="1"/>
          </p:nvPr>
        </p:nvSpPr>
        <p:spPr>
          <a:xfrm>
            <a:off x="1484310" y="2170216"/>
            <a:ext cx="10018713" cy="3124201"/>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SzPts val="2320"/>
              <a:buNone/>
            </a:pPr>
            <a:r>
              <a:rPr lang="en" sz="1600">
                <a:latin typeface="Verdana"/>
                <a:ea typeface="Verdana"/>
                <a:cs typeface="Verdana"/>
                <a:sym typeface="Verdana"/>
              </a:rPr>
              <a:t>TDD offers better quality, resilience to change, and clarity in architecture, but can be more time-consuming initially, harder to understand, and requires constant test maintenance. The correct application depends on the needs of the project, considering possible limitations.</a:t>
            </a:r>
            <a:endParaRPr sz="1100">
              <a:latin typeface="Verdana"/>
              <a:ea typeface="Verdana"/>
              <a:cs typeface="Verdana"/>
              <a:sym typeface="Verdana"/>
            </a:endParaRPr>
          </a:p>
        </p:txBody>
      </p:sp>
      <p:sp>
        <p:nvSpPr>
          <p:cNvPr id="534" name="Google Shape;534;p56"/>
          <p:cNvSpPr/>
          <p:nvPr/>
        </p:nvSpPr>
        <p:spPr>
          <a:xfrm>
            <a:off x="1484310" y="1087869"/>
            <a:ext cx="2223686"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2000" b="1">
                <a:solidFill>
                  <a:schemeClr val="dk1"/>
                </a:solidFill>
                <a:latin typeface="Verdana"/>
                <a:ea typeface="Verdana"/>
                <a:cs typeface="Verdana"/>
                <a:sym typeface="Verdana"/>
              </a:rPr>
              <a:t>2.6.4. Summary</a:t>
            </a:r>
            <a:endParaRPr sz="2000" b="1">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38"/>
        <p:cNvGrpSpPr/>
        <p:nvPr/>
      </p:nvGrpSpPr>
      <p:grpSpPr>
        <a:xfrm>
          <a:off x="0" y="0"/>
          <a:ext cx="0" cy="0"/>
          <a:chOff x="0" y="0"/>
          <a:chExt cx="0" cy="0"/>
        </a:xfrm>
      </p:grpSpPr>
      <p:sp>
        <p:nvSpPr>
          <p:cNvPr id="539" name="Google Shape;539;p57"/>
          <p:cNvSpPr txBox="1">
            <a:spLocks noGrp="1"/>
          </p:cNvSpPr>
          <p:nvPr>
            <p:ph type="title"/>
          </p:nvPr>
        </p:nvSpPr>
        <p:spPr>
          <a:xfrm>
            <a:off x="1445476" y="120534"/>
            <a:ext cx="10018713" cy="1752599"/>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n" sz="3000" b="1">
                <a:latin typeface="Verdana"/>
                <a:ea typeface="Verdana"/>
                <a:cs typeface="Verdana"/>
                <a:sym typeface="Verdana"/>
              </a:rPr>
              <a:t>3. CHOOSING AN APPROPRIATE DEVELOPMENT METHODOLOGY</a:t>
            </a:r>
            <a:endParaRPr sz="3000"/>
          </a:p>
        </p:txBody>
      </p:sp>
      <p:pic>
        <p:nvPicPr>
          <p:cNvPr id="540" name="Google Shape;540;p57"/>
          <p:cNvPicPr preferRelativeResize="0">
            <a:picLocks noGrp="1"/>
          </p:cNvPicPr>
          <p:nvPr>
            <p:ph type="body" idx="1"/>
          </p:nvPr>
        </p:nvPicPr>
        <p:blipFill rotWithShape="1">
          <a:blip r:embed="rId3">
            <a:alphaModFix/>
          </a:blip>
          <a:srcRect/>
          <a:stretch/>
        </p:blipFill>
        <p:spPr>
          <a:xfrm>
            <a:off x="4314306" y="2127409"/>
            <a:ext cx="4281054" cy="4281054"/>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5" name="Google Shape;545;p58"/>
          <p:cNvSpPr txBox="1">
            <a:spLocks noGrp="1"/>
          </p:cNvSpPr>
          <p:nvPr>
            <p:ph type="title"/>
          </p:nvPr>
        </p:nvSpPr>
        <p:spPr>
          <a:xfrm>
            <a:off x="1484311" y="685801"/>
            <a:ext cx="10018713" cy="6858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n" sz="3000" b="1" dirty="0">
                <a:latin typeface="Verdana"/>
                <a:ea typeface="Verdana"/>
                <a:cs typeface="Verdana"/>
                <a:sym typeface="Verdana"/>
              </a:rPr>
              <a:t>3.0. </a:t>
            </a:r>
            <a:r>
              <a:rPr lang="en-US" sz="3000" b="1" dirty="0" smtClean="0">
                <a:latin typeface="Verdana"/>
                <a:ea typeface="Verdana"/>
                <a:cs typeface="Verdana"/>
                <a:sym typeface="Verdana"/>
              </a:rPr>
              <a:t>INTRODUCTION</a:t>
            </a:r>
            <a:endParaRPr sz="3000" b="1" dirty="0">
              <a:latin typeface="Verdana"/>
              <a:ea typeface="Verdana"/>
              <a:cs typeface="Verdana"/>
              <a:sym typeface="Verdana"/>
            </a:endParaRPr>
          </a:p>
        </p:txBody>
      </p:sp>
      <p:sp>
        <p:nvSpPr>
          <p:cNvPr id="546" name="Google Shape;546;p58"/>
          <p:cNvSpPr txBox="1">
            <a:spLocks noGrp="1"/>
          </p:cNvSpPr>
          <p:nvPr>
            <p:ph type="body" idx="1"/>
          </p:nvPr>
        </p:nvSpPr>
        <p:spPr>
          <a:xfrm>
            <a:off x="1618986" y="2414160"/>
            <a:ext cx="10018800" cy="2029800"/>
          </a:xfrm>
          <a:prstGeom prst="rect">
            <a:avLst/>
          </a:prstGeom>
          <a:noFill/>
          <a:ln>
            <a:noFill/>
          </a:ln>
        </p:spPr>
        <p:txBody>
          <a:bodyPr spcFirstLastPara="1" wrap="square" lIns="91425" tIns="45700" rIns="91425" bIns="45700" anchor="ctr" anchorCtr="0">
            <a:normAutofit/>
          </a:bodyPr>
          <a:lstStyle/>
          <a:p>
            <a:pPr marL="0" lvl="0" indent="0">
              <a:spcBef>
                <a:spcPts val="0"/>
              </a:spcBef>
              <a:buSzPts val="2320"/>
              <a:buNone/>
            </a:pPr>
            <a:r>
              <a:rPr lang="en" sz="1600" dirty="0">
                <a:latin typeface="Verdana"/>
                <a:ea typeface="Verdana"/>
                <a:cs typeface="Verdana"/>
                <a:sym typeface="Verdana"/>
              </a:rPr>
              <a:t>Choosing the appropriate development methodology depends on several factors, including project </a:t>
            </a:r>
            <a:r>
              <a:rPr lang="en" sz="1600" dirty="0" smtClean="0">
                <a:latin typeface="Verdana"/>
                <a:ea typeface="Verdana"/>
                <a:cs typeface="Verdana"/>
                <a:sym typeface="Verdana"/>
              </a:rPr>
              <a:t>requirements, flexibility, and adaptability. </a:t>
            </a:r>
            <a:r>
              <a:rPr lang="en" sz="1600" dirty="0">
                <a:latin typeface="Verdana"/>
                <a:ea typeface="Verdana"/>
                <a:cs typeface="Verdana"/>
                <a:sym typeface="Verdana"/>
              </a:rPr>
              <a:t>Let's examine the suitability of each model based on their pros and cons.</a:t>
            </a:r>
            <a:endParaRPr dirty="0"/>
          </a:p>
          <a:p>
            <a:pPr marL="0" lvl="0" indent="0" algn="l" rtl="0">
              <a:spcBef>
                <a:spcPts val="920"/>
              </a:spcBef>
              <a:spcAft>
                <a:spcPts val="0"/>
              </a:spcAft>
              <a:buSzPts val="2320"/>
              <a:buNone/>
            </a:pPr>
            <a:endParaRPr sz="1600" dirty="0"/>
          </a:p>
        </p:txBody>
      </p:sp>
    </p:spTree>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50"/>
        <p:cNvGrpSpPr/>
        <p:nvPr/>
      </p:nvGrpSpPr>
      <p:grpSpPr>
        <a:xfrm>
          <a:off x="0" y="0"/>
          <a:ext cx="0" cy="0"/>
          <a:chOff x="0" y="0"/>
          <a:chExt cx="0" cy="0"/>
        </a:xfrm>
      </p:grpSpPr>
      <p:sp>
        <p:nvSpPr>
          <p:cNvPr id="551" name="Google Shape;551;p59"/>
          <p:cNvSpPr txBox="1">
            <a:spLocks noGrp="1"/>
          </p:cNvSpPr>
          <p:nvPr>
            <p:ph type="title"/>
          </p:nvPr>
        </p:nvSpPr>
        <p:spPr>
          <a:xfrm>
            <a:off x="1484310" y="-16625"/>
            <a:ext cx="1058862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n" sz="3000" b="1">
                <a:latin typeface="Verdana"/>
                <a:ea typeface="Verdana"/>
                <a:cs typeface="Verdana"/>
                <a:sym typeface="Verdana"/>
              </a:rPr>
              <a:t>3.1. Appropriateness of Basic Software Development Models</a:t>
            </a:r>
            <a:endParaRPr sz="3000" b="1">
              <a:latin typeface="Verdana"/>
              <a:ea typeface="Verdana"/>
              <a:cs typeface="Verdana"/>
              <a:sym typeface="Verdana"/>
            </a:endParaRPr>
          </a:p>
        </p:txBody>
      </p:sp>
      <p:sp>
        <p:nvSpPr>
          <p:cNvPr id="552" name="Google Shape;552;p59"/>
          <p:cNvSpPr txBox="1">
            <a:spLocks noGrp="1"/>
          </p:cNvSpPr>
          <p:nvPr>
            <p:ph type="body" idx="1"/>
          </p:nvPr>
        </p:nvSpPr>
        <p:spPr>
          <a:xfrm>
            <a:off x="1484310" y="1652949"/>
            <a:ext cx="10018713" cy="739832"/>
          </a:xfrm>
          <a:prstGeom prst="rect">
            <a:avLst/>
          </a:prstGeom>
          <a:noFill/>
          <a:ln>
            <a:noFill/>
          </a:ln>
        </p:spPr>
        <p:txBody>
          <a:bodyPr spcFirstLastPara="1" wrap="square" lIns="91425" tIns="45700" rIns="91425" bIns="45700" anchor="ctr" anchorCtr="0">
            <a:normAutofit/>
          </a:bodyPr>
          <a:lstStyle/>
          <a:p>
            <a:pPr marL="0" lvl="0" indent="0">
              <a:spcBef>
                <a:spcPts val="0"/>
              </a:spcBef>
              <a:buSzPts val="2320"/>
              <a:buNone/>
            </a:pPr>
            <a:r>
              <a:rPr lang="en" sz="1600" dirty="0" smtClean="0">
                <a:latin typeface="Verdana"/>
                <a:ea typeface="Verdana"/>
                <a:cs typeface="Verdana"/>
                <a:sym typeface="Verdana"/>
              </a:rPr>
              <a:t>Positives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Structured and easy to understand.</a:t>
            </a:r>
            <a:endParaRPr dirty="0"/>
          </a:p>
          <a:p>
            <a:pPr marL="0" lvl="0" indent="0">
              <a:spcBef>
                <a:spcPts val="920"/>
              </a:spcBef>
              <a:buSzPts val="2320"/>
              <a:buNone/>
            </a:pPr>
            <a:r>
              <a:rPr lang="en" sz="1600" dirty="0">
                <a:latin typeface="Verdana"/>
                <a:ea typeface="Verdana"/>
                <a:cs typeface="Verdana"/>
                <a:sym typeface="Verdana"/>
              </a:rPr>
              <a:t>Negatives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Limited flexibility and adaptability.</a:t>
            </a:r>
            <a:endParaRPr sz="1600" dirty="0">
              <a:latin typeface="Verdana"/>
              <a:ea typeface="Verdana"/>
              <a:cs typeface="Verdana"/>
              <a:sym typeface="Verdana"/>
            </a:endParaRPr>
          </a:p>
        </p:txBody>
      </p:sp>
      <p:sp>
        <p:nvSpPr>
          <p:cNvPr id="553" name="Google Shape;553;p59"/>
          <p:cNvSpPr/>
          <p:nvPr/>
        </p:nvSpPr>
        <p:spPr>
          <a:xfrm>
            <a:off x="1484310" y="1278108"/>
            <a:ext cx="457689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800" b="1">
                <a:solidFill>
                  <a:schemeClr val="dk1"/>
                </a:solidFill>
                <a:latin typeface="Verdana"/>
                <a:ea typeface="Verdana"/>
                <a:cs typeface="Verdana"/>
                <a:sym typeface="Verdana"/>
              </a:rPr>
              <a:t>3.1.1. The waterfall model</a:t>
            </a:r>
            <a:endParaRPr sz="1800" b="1">
              <a:solidFill>
                <a:schemeClr val="dk1"/>
              </a:solidFill>
              <a:latin typeface="Verdana"/>
              <a:ea typeface="Verdana"/>
              <a:cs typeface="Verdana"/>
              <a:sym typeface="Verdana"/>
            </a:endParaRPr>
          </a:p>
        </p:txBody>
      </p:sp>
      <p:sp>
        <p:nvSpPr>
          <p:cNvPr id="554" name="Google Shape;554;p59"/>
          <p:cNvSpPr/>
          <p:nvPr/>
        </p:nvSpPr>
        <p:spPr>
          <a:xfrm>
            <a:off x="1484310" y="2711703"/>
            <a:ext cx="269657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800" b="1">
                <a:solidFill>
                  <a:schemeClr val="dk1"/>
                </a:solidFill>
                <a:latin typeface="Verdana"/>
                <a:ea typeface="Verdana"/>
                <a:cs typeface="Verdana"/>
                <a:sym typeface="Verdana"/>
              </a:rPr>
              <a:t>3.1.2. The V model</a:t>
            </a:r>
            <a:endParaRPr sz="1800" b="1">
              <a:solidFill>
                <a:schemeClr val="dk1"/>
              </a:solidFill>
              <a:latin typeface="Verdana"/>
              <a:ea typeface="Verdana"/>
              <a:cs typeface="Verdana"/>
              <a:sym typeface="Verdana"/>
            </a:endParaRPr>
          </a:p>
        </p:txBody>
      </p:sp>
      <p:sp>
        <p:nvSpPr>
          <p:cNvPr id="555" name="Google Shape;555;p59"/>
          <p:cNvSpPr/>
          <p:nvPr/>
        </p:nvSpPr>
        <p:spPr>
          <a:xfrm>
            <a:off x="1484299" y="3081025"/>
            <a:ext cx="9463500" cy="830956"/>
          </a:xfrm>
          <a:prstGeom prst="rect">
            <a:avLst/>
          </a:prstGeom>
          <a:noFill/>
          <a:ln>
            <a:noFill/>
          </a:ln>
        </p:spPr>
        <p:txBody>
          <a:bodyPr spcFirstLastPara="1" wrap="square" lIns="91425" tIns="45700" rIns="91425" bIns="45700" anchor="t" anchorCtr="0">
            <a:spAutoFit/>
          </a:bodyPr>
          <a:lstStyle/>
          <a:p>
            <a:pPr lvl="0">
              <a:lnSpc>
                <a:spcPct val="150000"/>
              </a:lnSpc>
            </a:pPr>
            <a:r>
              <a:rPr lang="en" sz="1600" dirty="0" smtClean="0">
                <a:solidFill>
                  <a:schemeClr val="dk1"/>
                </a:solidFill>
                <a:latin typeface="Verdana"/>
                <a:ea typeface="Verdana"/>
                <a:cs typeface="Verdana"/>
                <a:sym typeface="Verdana"/>
              </a:rPr>
              <a:t>Positives </a:t>
            </a:r>
            <a:r>
              <a:rPr lang="en" sz="1600" dirty="0">
                <a:latin typeface="Verdana"/>
                <a:ea typeface="Verdana"/>
                <a:cs typeface="Verdana"/>
                <a:sym typeface="Wingdings" panose="05000000000000000000" pitchFamily="2" charset="2"/>
              </a:rPr>
              <a:t></a:t>
            </a:r>
            <a:r>
              <a:rPr lang="en" sz="1600" dirty="0" smtClean="0">
                <a:solidFill>
                  <a:schemeClr val="dk1"/>
                </a:solidFill>
                <a:latin typeface="Verdana"/>
                <a:ea typeface="Verdana"/>
                <a:cs typeface="Verdana"/>
                <a:sym typeface="Verdana"/>
              </a:rPr>
              <a:t> </a:t>
            </a:r>
            <a:r>
              <a:rPr lang="en" sz="1600" dirty="0">
                <a:solidFill>
                  <a:schemeClr val="dk1"/>
                </a:solidFill>
                <a:latin typeface="Verdana"/>
                <a:ea typeface="Verdana"/>
                <a:cs typeface="Verdana"/>
                <a:sym typeface="Verdana"/>
              </a:rPr>
              <a:t>Disciplined and efficient for small projects.</a:t>
            </a:r>
            <a:endParaRPr dirty="0"/>
          </a:p>
          <a:p>
            <a:pPr lvl="0">
              <a:lnSpc>
                <a:spcPct val="150000"/>
              </a:lnSpc>
            </a:pPr>
            <a:r>
              <a:rPr lang="en" sz="1600" dirty="0">
                <a:solidFill>
                  <a:schemeClr val="dk1"/>
                </a:solidFill>
                <a:latin typeface="Verdana"/>
                <a:ea typeface="Verdana"/>
                <a:cs typeface="Verdana"/>
                <a:sym typeface="Verdana"/>
              </a:rPr>
              <a:t>Negatives </a:t>
            </a:r>
            <a:r>
              <a:rPr lang="en" sz="1600" dirty="0">
                <a:latin typeface="Verdana"/>
                <a:ea typeface="Verdana"/>
                <a:cs typeface="Verdana"/>
                <a:sym typeface="Wingdings" panose="05000000000000000000" pitchFamily="2" charset="2"/>
              </a:rPr>
              <a:t></a:t>
            </a:r>
            <a:r>
              <a:rPr lang="en" sz="1600" dirty="0" smtClean="0">
                <a:solidFill>
                  <a:schemeClr val="dk1"/>
                </a:solidFill>
                <a:latin typeface="Verdana"/>
                <a:ea typeface="Verdana"/>
                <a:cs typeface="Verdana"/>
                <a:sym typeface="Verdana"/>
              </a:rPr>
              <a:t> </a:t>
            </a:r>
            <a:r>
              <a:rPr lang="en" sz="1600" dirty="0">
                <a:solidFill>
                  <a:schemeClr val="dk1"/>
                </a:solidFill>
                <a:latin typeface="Verdana"/>
                <a:ea typeface="Verdana"/>
                <a:cs typeface="Verdana"/>
                <a:sym typeface="Verdana"/>
              </a:rPr>
              <a:t>High risk and less suitable for projects with uncertain requirements.</a:t>
            </a:r>
            <a:endParaRPr dirty="0"/>
          </a:p>
        </p:txBody>
      </p:sp>
      <p:sp>
        <p:nvSpPr>
          <p:cNvPr id="556" name="Google Shape;556;p59"/>
          <p:cNvSpPr/>
          <p:nvPr/>
        </p:nvSpPr>
        <p:spPr>
          <a:xfrm>
            <a:off x="1484310" y="4323522"/>
            <a:ext cx="498085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800" b="1">
                <a:solidFill>
                  <a:schemeClr val="dk1"/>
                </a:solidFill>
                <a:latin typeface="Verdana"/>
                <a:ea typeface="Verdana"/>
                <a:cs typeface="Verdana"/>
                <a:sym typeface="Verdana"/>
              </a:rPr>
              <a:t>3.1.3. The prototyping model</a:t>
            </a:r>
            <a:endParaRPr sz="1800" b="1">
              <a:solidFill>
                <a:schemeClr val="dk1"/>
              </a:solidFill>
              <a:latin typeface="Verdana"/>
              <a:ea typeface="Verdana"/>
              <a:cs typeface="Verdana"/>
              <a:sym typeface="Verdana"/>
            </a:endParaRPr>
          </a:p>
        </p:txBody>
      </p:sp>
      <p:sp>
        <p:nvSpPr>
          <p:cNvPr id="557" name="Google Shape;557;p59"/>
          <p:cNvSpPr/>
          <p:nvPr/>
        </p:nvSpPr>
        <p:spPr>
          <a:xfrm>
            <a:off x="1484310" y="4692854"/>
            <a:ext cx="9463552" cy="830997"/>
          </a:xfrm>
          <a:prstGeom prst="rect">
            <a:avLst/>
          </a:prstGeom>
          <a:noFill/>
          <a:ln>
            <a:noFill/>
          </a:ln>
        </p:spPr>
        <p:txBody>
          <a:bodyPr spcFirstLastPara="1" wrap="square" lIns="91425" tIns="45700" rIns="91425" bIns="45700" anchor="t" anchorCtr="0">
            <a:spAutoFit/>
          </a:bodyPr>
          <a:lstStyle/>
          <a:p>
            <a:pPr lvl="0">
              <a:lnSpc>
                <a:spcPct val="150000"/>
              </a:lnSpc>
            </a:pPr>
            <a:r>
              <a:rPr lang="en" sz="1600" dirty="0" smtClean="0">
                <a:solidFill>
                  <a:schemeClr val="dk1"/>
                </a:solidFill>
                <a:latin typeface="Verdana"/>
                <a:ea typeface="Verdana"/>
                <a:cs typeface="Verdana"/>
                <a:sym typeface="Verdana"/>
              </a:rPr>
              <a:t>Positives </a:t>
            </a:r>
            <a:r>
              <a:rPr lang="en" sz="1600" dirty="0">
                <a:latin typeface="Verdana"/>
                <a:ea typeface="Verdana"/>
                <a:cs typeface="Verdana"/>
                <a:sym typeface="Wingdings" panose="05000000000000000000" pitchFamily="2" charset="2"/>
              </a:rPr>
              <a:t></a:t>
            </a:r>
            <a:r>
              <a:rPr lang="en" sz="1600" dirty="0" smtClean="0">
                <a:solidFill>
                  <a:schemeClr val="dk1"/>
                </a:solidFill>
                <a:latin typeface="Verdana"/>
                <a:ea typeface="Verdana"/>
                <a:cs typeface="Verdana"/>
                <a:sym typeface="Verdana"/>
              </a:rPr>
              <a:t> </a:t>
            </a:r>
            <a:r>
              <a:rPr lang="en" sz="1600" dirty="0">
                <a:solidFill>
                  <a:schemeClr val="dk1"/>
                </a:solidFill>
                <a:latin typeface="Verdana"/>
                <a:ea typeface="Verdana"/>
                <a:cs typeface="Verdana"/>
                <a:sym typeface="Verdana"/>
              </a:rPr>
              <a:t>It allows for user feedback and iterative development.</a:t>
            </a:r>
            <a:endParaRPr sz="1600" dirty="0">
              <a:solidFill>
                <a:schemeClr val="dk1"/>
              </a:solidFill>
              <a:latin typeface="Verdana"/>
              <a:ea typeface="Verdana"/>
              <a:cs typeface="Verdana"/>
              <a:sym typeface="Verdana"/>
            </a:endParaRPr>
          </a:p>
          <a:p>
            <a:pPr lvl="0">
              <a:lnSpc>
                <a:spcPct val="150000"/>
              </a:lnSpc>
            </a:pPr>
            <a:r>
              <a:rPr lang="en" sz="1600" dirty="0" smtClean="0">
                <a:solidFill>
                  <a:schemeClr val="dk1"/>
                </a:solidFill>
                <a:latin typeface="Verdana"/>
                <a:ea typeface="Verdana"/>
                <a:cs typeface="Verdana"/>
                <a:sym typeface="Verdana"/>
              </a:rPr>
              <a:t>Negatives </a:t>
            </a:r>
            <a:r>
              <a:rPr lang="en" sz="1600" dirty="0">
                <a:latin typeface="Verdana"/>
                <a:ea typeface="Verdana"/>
                <a:cs typeface="Verdana"/>
                <a:sym typeface="Wingdings" panose="05000000000000000000" pitchFamily="2" charset="2"/>
              </a:rPr>
              <a:t></a:t>
            </a:r>
            <a:r>
              <a:rPr lang="en" sz="1600" dirty="0" smtClean="0">
                <a:solidFill>
                  <a:schemeClr val="dk1"/>
                </a:solidFill>
                <a:latin typeface="Verdana"/>
                <a:ea typeface="Verdana"/>
                <a:cs typeface="Verdana"/>
                <a:sym typeface="Verdana"/>
              </a:rPr>
              <a:t> </a:t>
            </a:r>
            <a:r>
              <a:rPr lang="en" sz="1600" dirty="0">
                <a:solidFill>
                  <a:schemeClr val="dk1"/>
                </a:solidFill>
                <a:latin typeface="Verdana"/>
                <a:ea typeface="Verdana"/>
                <a:cs typeface="Verdana"/>
                <a:sym typeface="Verdana"/>
              </a:rPr>
              <a:t>May lack structure and detailed documentation.</a:t>
            </a:r>
            <a:endParaRPr sz="1600" dirty="0">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61"/>
        <p:cNvGrpSpPr/>
        <p:nvPr/>
      </p:nvGrpSpPr>
      <p:grpSpPr>
        <a:xfrm>
          <a:off x="0" y="0"/>
          <a:ext cx="0" cy="0"/>
          <a:chOff x="0" y="0"/>
          <a:chExt cx="0" cy="0"/>
        </a:xfrm>
      </p:grpSpPr>
      <p:sp>
        <p:nvSpPr>
          <p:cNvPr id="562" name="Google Shape;562;p60"/>
          <p:cNvSpPr txBox="1">
            <a:spLocks noGrp="1"/>
          </p:cNvSpPr>
          <p:nvPr>
            <p:ph type="title"/>
          </p:nvPr>
        </p:nvSpPr>
        <p:spPr>
          <a:xfrm>
            <a:off x="1484310" y="-16625"/>
            <a:ext cx="1058862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n" sz="3000" b="1">
                <a:latin typeface="Verdana"/>
                <a:ea typeface="Verdana"/>
                <a:cs typeface="Verdana"/>
                <a:sym typeface="Verdana"/>
              </a:rPr>
              <a:t>3.1. Appropriateness of Basic Software Development Models</a:t>
            </a:r>
            <a:endParaRPr sz="3000" b="1">
              <a:latin typeface="Verdana"/>
              <a:ea typeface="Verdana"/>
              <a:cs typeface="Verdana"/>
              <a:sym typeface="Verdana"/>
            </a:endParaRPr>
          </a:p>
        </p:txBody>
      </p:sp>
      <p:sp>
        <p:nvSpPr>
          <p:cNvPr id="563" name="Google Shape;563;p60"/>
          <p:cNvSpPr txBox="1">
            <a:spLocks noGrp="1"/>
          </p:cNvSpPr>
          <p:nvPr>
            <p:ph type="body" idx="1"/>
          </p:nvPr>
        </p:nvSpPr>
        <p:spPr>
          <a:xfrm>
            <a:off x="1484308" y="3186005"/>
            <a:ext cx="10018713" cy="1091189"/>
          </a:xfrm>
          <a:prstGeom prst="rect">
            <a:avLst/>
          </a:prstGeom>
          <a:noFill/>
          <a:ln>
            <a:noFill/>
          </a:ln>
        </p:spPr>
        <p:txBody>
          <a:bodyPr spcFirstLastPara="1" wrap="square" lIns="91425" tIns="45700" rIns="91425" bIns="45700" anchor="ctr" anchorCtr="0">
            <a:noAutofit/>
          </a:bodyPr>
          <a:lstStyle/>
          <a:p>
            <a:pPr marL="0" lvl="0" indent="0">
              <a:lnSpc>
                <a:spcPct val="150000"/>
              </a:lnSpc>
              <a:spcBef>
                <a:spcPts val="0"/>
              </a:spcBef>
              <a:buSzPts val="2320"/>
              <a:buNone/>
            </a:pPr>
            <a:r>
              <a:rPr lang="en" sz="1600" dirty="0" smtClean="0">
                <a:latin typeface="Verdana"/>
                <a:ea typeface="Verdana"/>
                <a:cs typeface="Verdana"/>
                <a:sym typeface="Verdana"/>
              </a:rPr>
              <a:t>Positives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Iterative, adapting to changes during development. </a:t>
            </a:r>
            <a:r>
              <a:rPr lang="el-GR" sz="1600" dirty="0">
                <a:latin typeface="Verdana"/>
                <a:ea typeface="Verdana"/>
                <a:cs typeface="Verdana"/>
                <a:sym typeface="Verdana"/>
              </a:rPr>
              <a:t/>
            </a:r>
            <a:br>
              <a:rPr lang="el-GR" sz="1600" dirty="0">
                <a:latin typeface="Verdana"/>
                <a:ea typeface="Verdana"/>
                <a:cs typeface="Verdana"/>
                <a:sym typeface="Verdana"/>
              </a:rPr>
            </a:br>
            <a:r>
              <a:rPr lang="en" sz="1600" dirty="0">
                <a:latin typeface="Verdana"/>
                <a:ea typeface="Verdana"/>
                <a:cs typeface="Verdana"/>
                <a:sym typeface="Verdana"/>
              </a:rPr>
              <a:t>Negatives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Complicated and may involve higher costs.</a:t>
            </a:r>
            <a:endParaRPr dirty="0"/>
          </a:p>
        </p:txBody>
      </p:sp>
      <p:sp>
        <p:nvSpPr>
          <p:cNvPr id="564" name="Google Shape;564;p60"/>
          <p:cNvSpPr/>
          <p:nvPr/>
        </p:nvSpPr>
        <p:spPr>
          <a:xfrm>
            <a:off x="1484310" y="1118647"/>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b="1">
              <a:solidFill>
                <a:schemeClr val="dk1"/>
              </a:solidFill>
              <a:latin typeface="Verdana"/>
              <a:ea typeface="Verdana"/>
              <a:cs typeface="Verdana"/>
              <a:sym typeface="Verdana"/>
            </a:endParaRPr>
          </a:p>
        </p:txBody>
      </p:sp>
      <p:sp>
        <p:nvSpPr>
          <p:cNvPr id="565" name="Google Shape;565;p60"/>
          <p:cNvSpPr/>
          <p:nvPr/>
        </p:nvSpPr>
        <p:spPr>
          <a:xfrm>
            <a:off x="1484309" y="1501617"/>
            <a:ext cx="563808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800" b="1">
                <a:solidFill>
                  <a:schemeClr val="dk1"/>
                </a:solidFill>
                <a:latin typeface="Verdana"/>
                <a:ea typeface="Verdana"/>
                <a:cs typeface="Verdana"/>
                <a:sym typeface="Verdana"/>
              </a:rPr>
              <a:t>3.1.4. The functional augmentation model</a:t>
            </a:r>
            <a:endParaRPr sz="1800" b="1">
              <a:solidFill>
                <a:schemeClr val="dk1"/>
              </a:solidFill>
              <a:latin typeface="Verdana"/>
              <a:ea typeface="Verdana"/>
              <a:cs typeface="Verdana"/>
              <a:sym typeface="Verdana"/>
            </a:endParaRPr>
          </a:p>
        </p:txBody>
      </p:sp>
      <p:sp>
        <p:nvSpPr>
          <p:cNvPr id="566" name="Google Shape;566;p60"/>
          <p:cNvSpPr/>
          <p:nvPr/>
        </p:nvSpPr>
        <p:spPr>
          <a:xfrm>
            <a:off x="1484308" y="1870949"/>
            <a:ext cx="10018713" cy="830997"/>
          </a:xfrm>
          <a:prstGeom prst="rect">
            <a:avLst/>
          </a:prstGeom>
          <a:noFill/>
          <a:ln>
            <a:noFill/>
          </a:ln>
        </p:spPr>
        <p:txBody>
          <a:bodyPr spcFirstLastPara="1" wrap="square" lIns="91425" tIns="45700" rIns="91425" bIns="45700" anchor="t" anchorCtr="0">
            <a:spAutoFit/>
          </a:bodyPr>
          <a:lstStyle/>
          <a:p>
            <a:pPr lvl="0">
              <a:lnSpc>
                <a:spcPct val="150000"/>
              </a:lnSpc>
            </a:pPr>
            <a:r>
              <a:rPr lang="en" sz="1600" dirty="0" smtClean="0">
                <a:solidFill>
                  <a:schemeClr val="dk1"/>
                </a:solidFill>
                <a:latin typeface="Verdana"/>
                <a:ea typeface="Verdana"/>
                <a:cs typeface="Verdana"/>
                <a:sym typeface="Verdana"/>
              </a:rPr>
              <a:t>Positives </a:t>
            </a:r>
            <a:r>
              <a:rPr lang="en" sz="1600" dirty="0">
                <a:latin typeface="Verdana"/>
                <a:ea typeface="Verdana"/>
                <a:cs typeface="Verdana"/>
                <a:sym typeface="Wingdings" panose="05000000000000000000" pitchFamily="2" charset="2"/>
              </a:rPr>
              <a:t></a:t>
            </a:r>
            <a:r>
              <a:rPr lang="en" sz="1600" dirty="0" smtClean="0">
                <a:solidFill>
                  <a:schemeClr val="dk1"/>
                </a:solidFill>
                <a:latin typeface="Verdana"/>
                <a:ea typeface="Verdana"/>
                <a:cs typeface="Verdana"/>
                <a:sym typeface="Verdana"/>
              </a:rPr>
              <a:t> </a:t>
            </a:r>
            <a:r>
              <a:rPr lang="en" sz="1600" dirty="0">
                <a:solidFill>
                  <a:schemeClr val="dk1"/>
                </a:solidFill>
                <a:latin typeface="Verdana"/>
                <a:ea typeface="Verdana"/>
                <a:cs typeface="Verdana"/>
                <a:sym typeface="Verdana"/>
              </a:rPr>
              <a:t>Incremental development with added functionality. </a:t>
            </a:r>
            <a:r>
              <a:rPr lang="el-GR" sz="1600" dirty="0">
                <a:solidFill>
                  <a:schemeClr val="dk1"/>
                </a:solidFill>
                <a:latin typeface="Verdana"/>
                <a:ea typeface="Verdana"/>
                <a:cs typeface="Verdana"/>
                <a:sym typeface="Verdana"/>
              </a:rPr>
              <a:t/>
            </a:r>
            <a:br>
              <a:rPr lang="el-GR" sz="1600" dirty="0">
                <a:solidFill>
                  <a:schemeClr val="dk1"/>
                </a:solidFill>
                <a:latin typeface="Verdana"/>
                <a:ea typeface="Verdana"/>
                <a:cs typeface="Verdana"/>
                <a:sym typeface="Verdana"/>
              </a:rPr>
            </a:br>
            <a:r>
              <a:rPr lang="en" sz="1600" dirty="0">
                <a:solidFill>
                  <a:schemeClr val="dk1"/>
                </a:solidFill>
                <a:latin typeface="Verdana"/>
                <a:ea typeface="Verdana"/>
                <a:cs typeface="Verdana"/>
                <a:sym typeface="Verdana"/>
              </a:rPr>
              <a:t>Negatives </a:t>
            </a:r>
            <a:r>
              <a:rPr lang="en" sz="1600" dirty="0">
                <a:latin typeface="Verdana"/>
                <a:ea typeface="Verdana"/>
                <a:cs typeface="Verdana"/>
                <a:sym typeface="Wingdings" panose="05000000000000000000" pitchFamily="2" charset="2"/>
              </a:rPr>
              <a:t></a:t>
            </a:r>
            <a:r>
              <a:rPr lang="en" sz="1600" dirty="0" smtClean="0">
                <a:solidFill>
                  <a:schemeClr val="dk1"/>
                </a:solidFill>
                <a:latin typeface="Verdana"/>
                <a:ea typeface="Verdana"/>
                <a:cs typeface="Verdana"/>
                <a:sym typeface="Verdana"/>
              </a:rPr>
              <a:t> </a:t>
            </a:r>
            <a:r>
              <a:rPr lang="en" sz="1600" dirty="0">
                <a:solidFill>
                  <a:schemeClr val="dk1"/>
                </a:solidFill>
                <a:latin typeface="Verdana"/>
                <a:ea typeface="Verdana"/>
                <a:cs typeface="Verdana"/>
                <a:sym typeface="Verdana"/>
              </a:rPr>
              <a:t>May face challenges by incorporating new ideas.</a:t>
            </a:r>
            <a:endParaRPr sz="1600" dirty="0">
              <a:solidFill>
                <a:schemeClr val="dk1"/>
              </a:solidFill>
              <a:latin typeface="Verdana"/>
              <a:ea typeface="Verdana"/>
              <a:cs typeface="Verdana"/>
              <a:sym typeface="Verdana"/>
            </a:endParaRPr>
          </a:p>
        </p:txBody>
      </p:sp>
      <p:sp>
        <p:nvSpPr>
          <p:cNvPr id="567" name="Google Shape;567;p60"/>
          <p:cNvSpPr/>
          <p:nvPr/>
        </p:nvSpPr>
        <p:spPr>
          <a:xfrm>
            <a:off x="1484309" y="2991911"/>
            <a:ext cx="423224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800" b="1">
                <a:solidFill>
                  <a:schemeClr val="dk1"/>
                </a:solidFill>
                <a:latin typeface="Verdana"/>
                <a:ea typeface="Verdana"/>
                <a:cs typeface="Verdana"/>
                <a:sym typeface="Verdana"/>
              </a:rPr>
              <a:t>3.1.5. The spiral model</a:t>
            </a:r>
            <a:endParaRPr sz="1800" b="1">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sp>
        <p:nvSpPr>
          <p:cNvPr id="572" name="Google Shape;572;p61"/>
          <p:cNvSpPr txBox="1">
            <a:spLocks noGrp="1"/>
          </p:cNvSpPr>
          <p:nvPr>
            <p:ph type="title"/>
          </p:nvPr>
        </p:nvSpPr>
        <p:spPr>
          <a:xfrm>
            <a:off x="1484310" y="-16625"/>
            <a:ext cx="1058862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n" sz="3000" b="1">
                <a:latin typeface="Verdana"/>
                <a:ea typeface="Verdana"/>
                <a:cs typeface="Verdana"/>
                <a:sym typeface="Verdana"/>
              </a:rPr>
              <a:t>3.2. Appropriateness of Modern Software Development Models</a:t>
            </a:r>
            <a:endParaRPr sz="3000" b="1">
              <a:latin typeface="Verdana"/>
              <a:ea typeface="Verdana"/>
              <a:cs typeface="Verdana"/>
              <a:sym typeface="Verdana"/>
            </a:endParaRPr>
          </a:p>
        </p:txBody>
      </p:sp>
      <p:sp>
        <p:nvSpPr>
          <p:cNvPr id="573" name="Google Shape;573;p61"/>
          <p:cNvSpPr txBox="1">
            <a:spLocks noGrp="1"/>
          </p:cNvSpPr>
          <p:nvPr>
            <p:ph type="body" idx="1"/>
          </p:nvPr>
        </p:nvSpPr>
        <p:spPr>
          <a:xfrm>
            <a:off x="1484310" y="1652949"/>
            <a:ext cx="10018713" cy="739832"/>
          </a:xfrm>
          <a:prstGeom prst="rect">
            <a:avLst/>
          </a:prstGeom>
          <a:noFill/>
          <a:ln>
            <a:noFill/>
          </a:ln>
        </p:spPr>
        <p:txBody>
          <a:bodyPr spcFirstLastPara="1" wrap="square" lIns="91425" tIns="45700" rIns="91425" bIns="45700" anchor="ctr" anchorCtr="0">
            <a:normAutofit/>
          </a:bodyPr>
          <a:lstStyle/>
          <a:p>
            <a:pPr marL="0" lvl="0" indent="0">
              <a:spcBef>
                <a:spcPts val="0"/>
              </a:spcBef>
              <a:buSzPts val="2320"/>
              <a:buNone/>
            </a:pPr>
            <a:r>
              <a:rPr lang="en" sz="1600" dirty="0" smtClean="0">
                <a:latin typeface="Verdana"/>
                <a:ea typeface="Verdana"/>
                <a:cs typeface="Verdana"/>
                <a:sym typeface="Verdana"/>
              </a:rPr>
              <a:t>Positives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Incorporates best practices, suitable for large projects.</a:t>
            </a:r>
            <a:endParaRPr sz="1600" dirty="0">
              <a:latin typeface="Verdana"/>
              <a:ea typeface="Verdana"/>
              <a:cs typeface="Verdana"/>
              <a:sym typeface="Verdana"/>
            </a:endParaRPr>
          </a:p>
          <a:p>
            <a:pPr marL="0" lvl="0" indent="0">
              <a:spcBef>
                <a:spcPts val="920"/>
              </a:spcBef>
              <a:buSzPts val="2320"/>
              <a:buNone/>
            </a:pPr>
            <a:r>
              <a:rPr lang="en" sz="1600" dirty="0">
                <a:latin typeface="Verdana"/>
                <a:ea typeface="Verdana"/>
                <a:cs typeface="Verdana"/>
                <a:sym typeface="Verdana"/>
              </a:rPr>
              <a:t>Negatives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It can be complex and require a specialized team.</a:t>
            </a:r>
            <a:endParaRPr dirty="0"/>
          </a:p>
        </p:txBody>
      </p:sp>
      <p:sp>
        <p:nvSpPr>
          <p:cNvPr id="574" name="Google Shape;574;p61"/>
          <p:cNvSpPr/>
          <p:nvPr/>
        </p:nvSpPr>
        <p:spPr>
          <a:xfrm>
            <a:off x="1484310" y="1278108"/>
            <a:ext cx="657263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800" b="1">
                <a:solidFill>
                  <a:schemeClr val="dk1"/>
                </a:solidFill>
                <a:latin typeface="Verdana"/>
                <a:ea typeface="Verdana"/>
                <a:cs typeface="Verdana"/>
                <a:sym typeface="Verdana"/>
              </a:rPr>
              <a:t>3.2.1. Unified approach (Unified Process)</a:t>
            </a:r>
            <a:endParaRPr sz="1800" b="1">
              <a:solidFill>
                <a:schemeClr val="dk1"/>
              </a:solidFill>
              <a:latin typeface="Verdana"/>
              <a:ea typeface="Verdana"/>
              <a:cs typeface="Verdana"/>
              <a:sym typeface="Verdana"/>
            </a:endParaRPr>
          </a:p>
        </p:txBody>
      </p:sp>
      <p:sp>
        <p:nvSpPr>
          <p:cNvPr id="575" name="Google Shape;575;p61"/>
          <p:cNvSpPr/>
          <p:nvPr/>
        </p:nvSpPr>
        <p:spPr>
          <a:xfrm>
            <a:off x="1484310" y="2711703"/>
            <a:ext cx="623439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800" b="1">
                <a:solidFill>
                  <a:schemeClr val="dk1"/>
                </a:solidFill>
                <a:latin typeface="Verdana"/>
                <a:ea typeface="Verdana"/>
                <a:cs typeface="Verdana"/>
                <a:sym typeface="Verdana"/>
              </a:rPr>
              <a:t>3.2.2. Agile Development</a:t>
            </a:r>
            <a:endParaRPr sz="1800" b="1">
              <a:solidFill>
                <a:schemeClr val="dk1"/>
              </a:solidFill>
              <a:latin typeface="Verdana"/>
              <a:ea typeface="Verdana"/>
              <a:cs typeface="Verdana"/>
              <a:sym typeface="Verdana"/>
            </a:endParaRPr>
          </a:p>
        </p:txBody>
      </p:sp>
      <p:sp>
        <p:nvSpPr>
          <p:cNvPr id="576" name="Google Shape;576;p61"/>
          <p:cNvSpPr/>
          <p:nvPr/>
        </p:nvSpPr>
        <p:spPr>
          <a:xfrm>
            <a:off x="1484310" y="3081035"/>
            <a:ext cx="8889974" cy="830956"/>
          </a:xfrm>
          <a:prstGeom prst="rect">
            <a:avLst/>
          </a:prstGeom>
          <a:noFill/>
          <a:ln>
            <a:noFill/>
          </a:ln>
        </p:spPr>
        <p:txBody>
          <a:bodyPr spcFirstLastPara="1" wrap="square" lIns="91425" tIns="45700" rIns="91425" bIns="45700" anchor="t" anchorCtr="0">
            <a:spAutoFit/>
          </a:bodyPr>
          <a:lstStyle/>
          <a:p>
            <a:pPr lvl="0">
              <a:lnSpc>
                <a:spcPct val="150000"/>
              </a:lnSpc>
            </a:pPr>
            <a:r>
              <a:rPr lang="en" sz="1600" dirty="0" smtClean="0">
                <a:solidFill>
                  <a:schemeClr val="dk1"/>
                </a:solidFill>
                <a:latin typeface="Verdana"/>
                <a:ea typeface="Verdana"/>
                <a:cs typeface="Verdana"/>
                <a:sym typeface="Verdana"/>
              </a:rPr>
              <a:t>Positives </a:t>
            </a:r>
            <a:r>
              <a:rPr lang="en" sz="1600" dirty="0">
                <a:latin typeface="Verdana"/>
                <a:ea typeface="Verdana"/>
                <a:cs typeface="Verdana"/>
                <a:sym typeface="Wingdings" panose="05000000000000000000" pitchFamily="2" charset="2"/>
              </a:rPr>
              <a:t></a:t>
            </a:r>
            <a:r>
              <a:rPr lang="en" sz="1600" dirty="0" smtClean="0">
                <a:solidFill>
                  <a:schemeClr val="dk1"/>
                </a:solidFill>
                <a:latin typeface="Verdana"/>
                <a:ea typeface="Verdana"/>
                <a:cs typeface="Verdana"/>
                <a:sym typeface="Verdana"/>
              </a:rPr>
              <a:t> </a:t>
            </a:r>
            <a:r>
              <a:rPr lang="en" sz="1600" dirty="0">
                <a:solidFill>
                  <a:schemeClr val="dk1"/>
                </a:solidFill>
                <a:latin typeface="Verdana"/>
                <a:ea typeface="Verdana"/>
                <a:cs typeface="Verdana"/>
                <a:sym typeface="Verdana"/>
              </a:rPr>
              <a:t>Flexible, adaptive and promotes collaboration.</a:t>
            </a:r>
            <a:endParaRPr dirty="0"/>
          </a:p>
          <a:p>
            <a:pPr lvl="0">
              <a:lnSpc>
                <a:spcPct val="150000"/>
              </a:lnSpc>
            </a:pPr>
            <a:r>
              <a:rPr lang="en" sz="1600" dirty="0">
                <a:solidFill>
                  <a:schemeClr val="dk1"/>
                </a:solidFill>
                <a:latin typeface="Verdana"/>
                <a:ea typeface="Verdana"/>
                <a:cs typeface="Verdana"/>
                <a:sym typeface="Verdana"/>
              </a:rPr>
              <a:t>Negatives </a:t>
            </a:r>
            <a:r>
              <a:rPr lang="en" sz="1600" dirty="0">
                <a:latin typeface="Verdana"/>
                <a:ea typeface="Verdana"/>
                <a:cs typeface="Verdana"/>
                <a:sym typeface="Wingdings" panose="05000000000000000000" pitchFamily="2" charset="2"/>
              </a:rPr>
              <a:t></a:t>
            </a:r>
            <a:r>
              <a:rPr lang="en" sz="1600" dirty="0" smtClean="0">
                <a:solidFill>
                  <a:schemeClr val="dk1"/>
                </a:solidFill>
                <a:latin typeface="Verdana"/>
                <a:ea typeface="Verdana"/>
                <a:cs typeface="Verdana"/>
                <a:sym typeface="Verdana"/>
              </a:rPr>
              <a:t> </a:t>
            </a:r>
            <a:r>
              <a:rPr lang="en" sz="1600" dirty="0">
                <a:solidFill>
                  <a:schemeClr val="dk1"/>
                </a:solidFill>
                <a:latin typeface="Verdana"/>
                <a:ea typeface="Verdana"/>
                <a:cs typeface="Verdana"/>
                <a:sym typeface="Verdana"/>
              </a:rPr>
              <a:t>May require experienced team members for optimal results.</a:t>
            </a:r>
            <a:endParaRPr sz="1600" dirty="0">
              <a:solidFill>
                <a:schemeClr val="dk1"/>
              </a:solidFill>
              <a:latin typeface="Verdana"/>
              <a:ea typeface="Verdana"/>
              <a:cs typeface="Verdana"/>
              <a:sym typeface="Verdana"/>
            </a:endParaRPr>
          </a:p>
        </p:txBody>
      </p:sp>
      <p:sp>
        <p:nvSpPr>
          <p:cNvPr id="577" name="Google Shape;577;p61"/>
          <p:cNvSpPr/>
          <p:nvPr/>
        </p:nvSpPr>
        <p:spPr>
          <a:xfrm>
            <a:off x="1484310" y="4323522"/>
            <a:ext cx="3448380" cy="64629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800" b="1" dirty="0">
                <a:solidFill>
                  <a:schemeClr val="dk1"/>
                </a:solidFill>
                <a:latin typeface="Verdana"/>
                <a:ea typeface="Verdana"/>
                <a:cs typeface="Verdana"/>
                <a:sym typeface="Verdana"/>
              </a:rPr>
              <a:t>3.2.3. </a:t>
            </a:r>
            <a:r>
              <a:rPr lang="en" sz="1800" b="1" dirty="0" smtClean="0">
                <a:solidFill>
                  <a:schemeClr val="dk1"/>
                </a:solidFill>
                <a:latin typeface="Verdana"/>
                <a:ea typeface="Verdana"/>
                <a:cs typeface="Verdana"/>
                <a:sym typeface="Verdana"/>
              </a:rPr>
              <a:t>DevOpsDevelopment</a:t>
            </a:r>
            <a:endParaRPr sz="1800" b="1" dirty="0">
              <a:solidFill>
                <a:schemeClr val="dk1"/>
              </a:solidFill>
              <a:latin typeface="Verdana"/>
              <a:ea typeface="Verdana"/>
              <a:cs typeface="Verdana"/>
              <a:sym typeface="Verdana"/>
            </a:endParaRPr>
          </a:p>
        </p:txBody>
      </p:sp>
      <p:sp>
        <p:nvSpPr>
          <p:cNvPr id="578" name="Google Shape;578;p61"/>
          <p:cNvSpPr/>
          <p:nvPr/>
        </p:nvSpPr>
        <p:spPr>
          <a:xfrm>
            <a:off x="1484310" y="4824739"/>
            <a:ext cx="9463552" cy="830997"/>
          </a:xfrm>
          <a:prstGeom prst="rect">
            <a:avLst/>
          </a:prstGeom>
          <a:noFill/>
          <a:ln>
            <a:noFill/>
          </a:ln>
        </p:spPr>
        <p:txBody>
          <a:bodyPr spcFirstLastPara="1" wrap="square" lIns="91425" tIns="45700" rIns="91425" bIns="45700" anchor="t" anchorCtr="0">
            <a:spAutoFit/>
          </a:bodyPr>
          <a:lstStyle/>
          <a:p>
            <a:pPr lvl="0">
              <a:lnSpc>
                <a:spcPct val="150000"/>
              </a:lnSpc>
            </a:pPr>
            <a:r>
              <a:rPr lang="en" sz="1600" dirty="0" smtClean="0">
                <a:solidFill>
                  <a:schemeClr val="dk1"/>
                </a:solidFill>
                <a:latin typeface="Verdana"/>
                <a:ea typeface="Verdana"/>
                <a:cs typeface="Verdana"/>
                <a:sym typeface="Verdana"/>
              </a:rPr>
              <a:t>Positives </a:t>
            </a:r>
            <a:r>
              <a:rPr lang="en" sz="1600" dirty="0">
                <a:latin typeface="Verdana"/>
                <a:ea typeface="Verdana"/>
                <a:cs typeface="Verdana"/>
                <a:sym typeface="Wingdings" panose="05000000000000000000" pitchFamily="2" charset="2"/>
              </a:rPr>
              <a:t></a:t>
            </a:r>
            <a:r>
              <a:rPr lang="en" sz="1600" dirty="0" smtClean="0">
                <a:solidFill>
                  <a:schemeClr val="dk1"/>
                </a:solidFill>
                <a:latin typeface="Verdana"/>
                <a:ea typeface="Verdana"/>
                <a:cs typeface="Verdana"/>
                <a:sym typeface="Verdana"/>
              </a:rPr>
              <a:t> </a:t>
            </a:r>
            <a:r>
              <a:rPr lang="en" sz="1600" dirty="0">
                <a:solidFill>
                  <a:schemeClr val="dk1"/>
                </a:solidFill>
                <a:latin typeface="Verdana"/>
                <a:ea typeface="Verdana"/>
                <a:cs typeface="Verdana"/>
                <a:sym typeface="Verdana"/>
              </a:rPr>
              <a:t>Enhances collaboration between development and operations.</a:t>
            </a:r>
            <a:endParaRPr sz="1600" dirty="0">
              <a:solidFill>
                <a:schemeClr val="dk1"/>
              </a:solidFill>
              <a:latin typeface="Verdana"/>
              <a:ea typeface="Verdana"/>
              <a:cs typeface="Verdana"/>
              <a:sym typeface="Verdana"/>
            </a:endParaRPr>
          </a:p>
          <a:p>
            <a:pPr lvl="0">
              <a:lnSpc>
                <a:spcPct val="150000"/>
              </a:lnSpc>
            </a:pPr>
            <a:r>
              <a:rPr lang="en" sz="1600" dirty="0">
                <a:solidFill>
                  <a:schemeClr val="dk1"/>
                </a:solidFill>
                <a:latin typeface="Verdana"/>
                <a:ea typeface="Verdana"/>
                <a:cs typeface="Verdana"/>
                <a:sym typeface="Verdana"/>
              </a:rPr>
              <a:t>Negatives </a:t>
            </a:r>
            <a:r>
              <a:rPr lang="en" sz="1600" dirty="0">
                <a:latin typeface="Verdana"/>
                <a:ea typeface="Verdana"/>
                <a:cs typeface="Verdana"/>
                <a:sym typeface="Wingdings" panose="05000000000000000000" pitchFamily="2" charset="2"/>
              </a:rPr>
              <a:t></a:t>
            </a:r>
            <a:r>
              <a:rPr lang="en" sz="1600" dirty="0" smtClean="0">
                <a:solidFill>
                  <a:schemeClr val="dk1"/>
                </a:solidFill>
                <a:latin typeface="Verdana"/>
                <a:ea typeface="Verdana"/>
                <a:cs typeface="Verdana"/>
                <a:sym typeface="Verdana"/>
              </a:rPr>
              <a:t> </a:t>
            </a:r>
            <a:r>
              <a:rPr lang="en" sz="1600" dirty="0">
                <a:solidFill>
                  <a:schemeClr val="dk1"/>
                </a:solidFill>
                <a:latin typeface="Verdana"/>
                <a:ea typeface="Verdana"/>
                <a:cs typeface="Verdana"/>
                <a:sym typeface="Verdana"/>
              </a:rPr>
              <a:t>It requires cultural changes within the organization.</a:t>
            </a:r>
            <a:endParaRPr sz="1600" dirty="0">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582"/>
        <p:cNvGrpSpPr/>
        <p:nvPr/>
      </p:nvGrpSpPr>
      <p:grpSpPr>
        <a:xfrm>
          <a:off x="0" y="0"/>
          <a:ext cx="0" cy="0"/>
          <a:chOff x="0" y="0"/>
          <a:chExt cx="0" cy="0"/>
        </a:xfrm>
      </p:grpSpPr>
      <p:sp>
        <p:nvSpPr>
          <p:cNvPr id="583" name="Google Shape;583;p62"/>
          <p:cNvSpPr txBox="1">
            <a:spLocks noGrp="1"/>
          </p:cNvSpPr>
          <p:nvPr>
            <p:ph type="title"/>
          </p:nvPr>
        </p:nvSpPr>
        <p:spPr>
          <a:xfrm>
            <a:off x="1484310" y="-16625"/>
            <a:ext cx="10588623" cy="150460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n" sz="3000" b="1">
                <a:latin typeface="Verdana"/>
                <a:ea typeface="Verdana"/>
                <a:cs typeface="Verdana"/>
                <a:sym typeface="Verdana"/>
              </a:rPr>
              <a:t>3.2. Appropriateness of Modern Software Development Models</a:t>
            </a:r>
            <a:endParaRPr sz="3000" b="1">
              <a:latin typeface="Verdana"/>
              <a:ea typeface="Verdana"/>
              <a:cs typeface="Verdana"/>
              <a:sym typeface="Verdana"/>
            </a:endParaRPr>
          </a:p>
        </p:txBody>
      </p:sp>
      <p:sp>
        <p:nvSpPr>
          <p:cNvPr id="584" name="Google Shape;584;p62"/>
          <p:cNvSpPr txBox="1">
            <a:spLocks noGrp="1"/>
          </p:cNvSpPr>
          <p:nvPr>
            <p:ph type="body" idx="1"/>
          </p:nvPr>
        </p:nvSpPr>
        <p:spPr>
          <a:xfrm>
            <a:off x="1484310" y="1652949"/>
            <a:ext cx="10018713" cy="739832"/>
          </a:xfrm>
          <a:prstGeom prst="rect">
            <a:avLst/>
          </a:prstGeom>
          <a:noFill/>
          <a:ln>
            <a:noFill/>
          </a:ln>
        </p:spPr>
        <p:txBody>
          <a:bodyPr spcFirstLastPara="1" wrap="square" lIns="91425" tIns="45700" rIns="91425" bIns="45700" anchor="ctr" anchorCtr="0">
            <a:normAutofit/>
          </a:bodyPr>
          <a:lstStyle/>
          <a:p>
            <a:pPr marL="0" lvl="0" indent="0">
              <a:spcBef>
                <a:spcPts val="0"/>
              </a:spcBef>
              <a:buSzPct val="145000"/>
              <a:buNone/>
            </a:pPr>
            <a:r>
              <a:rPr lang="en" sz="1600" dirty="0" smtClean="0">
                <a:latin typeface="Verdana"/>
                <a:ea typeface="Verdana"/>
                <a:cs typeface="Verdana"/>
                <a:sym typeface="Verdana"/>
              </a:rPr>
              <a:t>Positives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Ensures the successful completion of the project and adapts to its changes.</a:t>
            </a:r>
            <a:endParaRPr sz="1600" dirty="0">
              <a:latin typeface="Verdana"/>
              <a:ea typeface="Verdana"/>
              <a:cs typeface="Verdana"/>
              <a:sym typeface="Verdana"/>
            </a:endParaRPr>
          </a:p>
          <a:p>
            <a:pPr marL="0" lvl="0" indent="0">
              <a:spcBef>
                <a:spcPts val="920"/>
              </a:spcBef>
              <a:buSzPct val="145000"/>
              <a:buNone/>
            </a:pPr>
            <a:r>
              <a:rPr lang="en" sz="1600" dirty="0">
                <a:latin typeface="Verdana"/>
                <a:ea typeface="Verdana"/>
                <a:cs typeface="Verdana"/>
                <a:sym typeface="Verdana"/>
              </a:rPr>
              <a:t>Negatives </a:t>
            </a:r>
            <a:r>
              <a:rPr lang="en" sz="1600" dirty="0">
                <a:latin typeface="Verdana"/>
                <a:ea typeface="Verdana"/>
                <a:cs typeface="Verdana"/>
                <a:sym typeface="Wingdings" panose="05000000000000000000" pitchFamily="2" charset="2"/>
              </a:rPr>
              <a:t></a:t>
            </a:r>
            <a:r>
              <a:rPr lang="en" sz="1600" dirty="0" smtClean="0">
                <a:latin typeface="Verdana"/>
                <a:ea typeface="Verdana"/>
                <a:cs typeface="Verdana"/>
                <a:sym typeface="Verdana"/>
              </a:rPr>
              <a:t> </a:t>
            </a:r>
            <a:r>
              <a:rPr lang="en" sz="1600" dirty="0">
                <a:latin typeface="Verdana"/>
                <a:ea typeface="Verdana"/>
                <a:cs typeface="Verdana"/>
                <a:sym typeface="Verdana"/>
              </a:rPr>
              <a:t>May require experienced Scrum Masters for effective implementation.</a:t>
            </a:r>
            <a:endParaRPr dirty="0"/>
          </a:p>
        </p:txBody>
      </p:sp>
      <p:sp>
        <p:nvSpPr>
          <p:cNvPr id="585" name="Google Shape;585;p62"/>
          <p:cNvSpPr/>
          <p:nvPr/>
        </p:nvSpPr>
        <p:spPr>
          <a:xfrm>
            <a:off x="1484310" y="1278108"/>
            <a:ext cx="359746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800" b="1">
                <a:solidFill>
                  <a:schemeClr val="dk1"/>
                </a:solidFill>
                <a:latin typeface="Verdana"/>
                <a:ea typeface="Verdana"/>
                <a:cs typeface="Verdana"/>
                <a:sym typeface="Verdana"/>
              </a:rPr>
              <a:t>3.2.4. Scrum methodology</a:t>
            </a:r>
            <a:endParaRPr sz="1800" b="1">
              <a:solidFill>
                <a:schemeClr val="dk1"/>
              </a:solidFill>
              <a:latin typeface="Verdana"/>
              <a:ea typeface="Verdana"/>
              <a:cs typeface="Verdana"/>
              <a:sym typeface="Verdana"/>
            </a:endParaRPr>
          </a:p>
        </p:txBody>
      </p:sp>
      <p:sp>
        <p:nvSpPr>
          <p:cNvPr id="586" name="Google Shape;586;p62"/>
          <p:cNvSpPr/>
          <p:nvPr/>
        </p:nvSpPr>
        <p:spPr>
          <a:xfrm>
            <a:off x="1484310" y="2711703"/>
            <a:ext cx="767549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800" b="1">
                <a:solidFill>
                  <a:schemeClr val="dk1"/>
                </a:solidFill>
                <a:latin typeface="Verdana"/>
                <a:ea typeface="Verdana"/>
                <a:cs typeface="Verdana"/>
                <a:sym typeface="Verdana"/>
              </a:rPr>
              <a:t>3.2.5. Extreme Programming</a:t>
            </a:r>
            <a:endParaRPr sz="1800" b="1">
              <a:solidFill>
                <a:schemeClr val="dk1"/>
              </a:solidFill>
              <a:latin typeface="Verdana"/>
              <a:ea typeface="Verdana"/>
              <a:cs typeface="Verdana"/>
              <a:sym typeface="Verdana"/>
            </a:endParaRPr>
          </a:p>
        </p:txBody>
      </p:sp>
      <p:sp>
        <p:nvSpPr>
          <p:cNvPr id="587" name="Google Shape;587;p62"/>
          <p:cNvSpPr/>
          <p:nvPr/>
        </p:nvSpPr>
        <p:spPr>
          <a:xfrm>
            <a:off x="1484298" y="3081025"/>
            <a:ext cx="9641700" cy="831000"/>
          </a:xfrm>
          <a:prstGeom prst="rect">
            <a:avLst/>
          </a:prstGeom>
          <a:noFill/>
          <a:ln>
            <a:noFill/>
          </a:ln>
        </p:spPr>
        <p:txBody>
          <a:bodyPr spcFirstLastPara="1" wrap="square" lIns="91425" tIns="45700" rIns="91425" bIns="45700" anchor="t" anchorCtr="0">
            <a:spAutoFit/>
          </a:bodyPr>
          <a:lstStyle/>
          <a:p>
            <a:pPr lvl="0">
              <a:lnSpc>
                <a:spcPct val="150000"/>
              </a:lnSpc>
            </a:pPr>
            <a:r>
              <a:rPr lang="en" sz="1600" dirty="0" smtClean="0">
                <a:solidFill>
                  <a:schemeClr val="dk1"/>
                </a:solidFill>
                <a:latin typeface="Verdana"/>
                <a:ea typeface="Verdana"/>
                <a:cs typeface="Verdana"/>
                <a:sym typeface="Verdana"/>
              </a:rPr>
              <a:t>Positives </a:t>
            </a:r>
            <a:r>
              <a:rPr lang="en" sz="1600" dirty="0">
                <a:latin typeface="Verdana"/>
                <a:ea typeface="Verdana"/>
                <a:cs typeface="Verdana"/>
                <a:sym typeface="Wingdings" panose="05000000000000000000" pitchFamily="2" charset="2"/>
              </a:rPr>
              <a:t></a:t>
            </a:r>
            <a:r>
              <a:rPr lang="en" sz="1600" dirty="0" smtClean="0">
                <a:solidFill>
                  <a:schemeClr val="dk1"/>
                </a:solidFill>
                <a:latin typeface="Verdana"/>
                <a:ea typeface="Verdana"/>
                <a:cs typeface="Verdana"/>
                <a:sym typeface="Verdana"/>
              </a:rPr>
              <a:t> </a:t>
            </a:r>
            <a:r>
              <a:rPr lang="en" sz="1600" dirty="0">
                <a:solidFill>
                  <a:schemeClr val="dk1"/>
                </a:solidFill>
                <a:latin typeface="Verdana"/>
                <a:ea typeface="Verdana"/>
                <a:cs typeface="Verdana"/>
                <a:sym typeface="Verdana"/>
              </a:rPr>
              <a:t>It emphasizes customer satisfaction with rapid development and flexibility.</a:t>
            </a:r>
            <a:endParaRPr sz="1600" dirty="0">
              <a:solidFill>
                <a:schemeClr val="dk1"/>
              </a:solidFill>
              <a:latin typeface="Verdana"/>
              <a:ea typeface="Verdana"/>
              <a:cs typeface="Verdana"/>
              <a:sym typeface="Verdana"/>
            </a:endParaRPr>
          </a:p>
          <a:p>
            <a:pPr lvl="0">
              <a:lnSpc>
                <a:spcPct val="150000"/>
              </a:lnSpc>
            </a:pPr>
            <a:r>
              <a:rPr lang="en" sz="1600" dirty="0">
                <a:solidFill>
                  <a:schemeClr val="dk1"/>
                </a:solidFill>
                <a:latin typeface="Verdana"/>
                <a:ea typeface="Verdana"/>
                <a:cs typeface="Verdana"/>
                <a:sym typeface="Verdana"/>
              </a:rPr>
              <a:t>Negatives </a:t>
            </a:r>
            <a:r>
              <a:rPr lang="en" sz="1600" dirty="0">
                <a:latin typeface="Verdana"/>
                <a:ea typeface="Verdana"/>
                <a:cs typeface="Verdana"/>
                <a:sym typeface="Wingdings" panose="05000000000000000000" pitchFamily="2" charset="2"/>
              </a:rPr>
              <a:t> </a:t>
            </a:r>
            <a:r>
              <a:rPr lang="en" sz="1600" dirty="0" smtClean="0">
                <a:solidFill>
                  <a:schemeClr val="dk1"/>
                </a:solidFill>
                <a:latin typeface="Verdana"/>
                <a:ea typeface="Verdana"/>
                <a:cs typeface="Verdana"/>
                <a:sym typeface="Verdana"/>
              </a:rPr>
              <a:t>Requires </a:t>
            </a:r>
            <a:r>
              <a:rPr lang="en" sz="1600" dirty="0">
                <a:solidFill>
                  <a:schemeClr val="dk1"/>
                </a:solidFill>
                <a:latin typeface="Verdana"/>
                <a:ea typeface="Verdana"/>
                <a:cs typeface="Verdana"/>
                <a:sym typeface="Verdana"/>
              </a:rPr>
              <a:t>disciplined team practices.</a:t>
            </a:r>
            <a:endParaRPr sz="1600" dirty="0">
              <a:solidFill>
                <a:schemeClr val="dk1"/>
              </a:solidFill>
              <a:latin typeface="Verdana"/>
              <a:ea typeface="Verdana"/>
              <a:cs typeface="Verdana"/>
              <a:sym typeface="Verdana"/>
            </a:endParaRPr>
          </a:p>
        </p:txBody>
      </p:sp>
      <p:sp>
        <p:nvSpPr>
          <p:cNvPr id="588" name="Google Shape;588;p62"/>
          <p:cNvSpPr/>
          <p:nvPr/>
        </p:nvSpPr>
        <p:spPr>
          <a:xfrm>
            <a:off x="1484310" y="4323522"/>
            <a:ext cx="954620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800" b="1">
                <a:solidFill>
                  <a:schemeClr val="dk1"/>
                </a:solidFill>
                <a:latin typeface="Verdana"/>
                <a:ea typeface="Verdana"/>
                <a:cs typeface="Verdana"/>
                <a:sym typeface="Verdana"/>
              </a:rPr>
              <a:t>3.2.6. Test-driven Development</a:t>
            </a:r>
            <a:endParaRPr sz="1800" b="1">
              <a:solidFill>
                <a:schemeClr val="dk1"/>
              </a:solidFill>
              <a:latin typeface="Verdana"/>
              <a:ea typeface="Verdana"/>
              <a:cs typeface="Verdana"/>
              <a:sym typeface="Verdana"/>
            </a:endParaRPr>
          </a:p>
        </p:txBody>
      </p:sp>
      <p:sp>
        <p:nvSpPr>
          <p:cNvPr id="589" name="Google Shape;589;p62"/>
          <p:cNvSpPr/>
          <p:nvPr/>
        </p:nvSpPr>
        <p:spPr>
          <a:xfrm>
            <a:off x="1484310" y="4692854"/>
            <a:ext cx="9463552" cy="830997"/>
          </a:xfrm>
          <a:prstGeom prst="rect">
            <a:avLst/>
          </a:prstGeom>
          <a:noFill/>
          <a:ln>
            <a:noFill/>
          </a:ln>
        </p:spPr>
        <p:txBody>
          <a:bodyPr spcFirstLastPara="1" wrap="square" lIns="91425" tIns="45700" rIns="91425" bIns="45700" anchor="t" anchorCtr="0">
            <a:spAutoFit/>
          </a:bodyPr>
          <a:lstStyle/>
          <a:p>
            <a:pPr lvl="0">
              <a:lnSpc>
                <a:spcPct val="150000"/>
              </a:lnSpc>
            </a:pPr>
            <a:r>
              <a:rPr lang="en" sz="1600" dirty="0" smtClean="0">
                <a:solidFill>
                  <a:schemeClr val="dk1"/>
                </a:solidFill>
                <a:latin typeface="Verdana"/>
                <a:ea typeface="Verdana"/>
                <a:cs typeface="Verdana"/>
                <a:sym typeface="Verdana"/>
              </a:rPr>
              <a:t>Positives </a:t>
            </a:r>
            <a:r>
              <a:rPr lang="en" sz="1600" dirty="0">
                <a:latin typeface="Verdana"/>
                <a:ea typeface="Verdana"/>
                <a:cs typeface="Verdana"/>
                <a:sym typeface="Wingdings" panose="05000000000000000000" pitchFamily="2" charset="2"/>
              </a:rPr>
              <a:t></a:t>
            </a:r>
            <a:r>
              <a:rPr lang="en" sz="1600" dirty="0" smtClean="0">
                <a:solidFill>
                  <a:schemeClr val="dk1"/>
                </a:solidFill>
                <a:latin typeface="Verdana"/>
                <a:ea typeface="Verdana"/>
                <a:cs typeface="Verdana"/>
                <a:sym typeface="Verdana"/>
              </a:rPr>
              <a:t> </a:t>
            </a:r>
            <a:r>
              <a:rPr lang="en" sz="1600" dirty="0">
                <a:solidFill>
                  <a:schemeClr val="dk1"/>
                </a:solidFill>
                <a:latin typeface="Verdana"/>
                <a:ea typeface="Verdana"/>
                <a:cs typeface="Verdana"/>
                <a:sym typeface="Verdana"/>
              </a:rPr>
              <a:t>Provides control of project phases and deliverables.</a:t>
            </a:r>
            <a:endParaRPr sz="1600" dirty="0">
              <a:solidFill>
                <a:schemeClr val="dk1"/>
              </a:solidFill>
              <a:latin typeface="Verdana"/>
              <a:ea typeface="Verdana"/>
              <a:cs typeface="Verdana"/>
              <a:sym typeface="Verdana"/>
            </a:endParaRPr>
          </a:p>
          <a:p>
            <a:pPr lvl="0">
              <a:lnSpc>
                <a:spcPct val="150000"/>
              </a:lnSpc>
            </a:pPr>
            <a:r>
              <a:rPr lang="en" sz="1600" dirty="0">
                <a:solidFill>
                  <a:schemeClr val="dk1"/>
                </a:solidFill>
                <a:latin typeface="Verdana"/>
                <a:ea typeface="Verdana"/>
                <a:cs typeface="Verdana"/>
                <a:sym typeface="Verdana"/>
              </a:rPr>
              <a:t>Negatives </a:t>
            </a:r>
            <a:r>
              <a:rPr lang="en" sz="1600" dirty="0">
                <a:latin typeface="Verdana"/>
                <a:ea typeface="Verdana"/>
                <a:cs typeface="Verdana"/>
                <a:sym typeface="Wingdings" panose="05000000000000000000" pitchFamily="2" charset="2"/>
              </a:rPr>
              <a:t></a:t>
            </a:r>
            <a:r>
              <a:rPr lang="en" sz="1600" dirty="0" smtClean="0">
                <a:solidFill>
                  <a:schemeClr val="dk1"/>
                </a:solidFill>
                <a:latin typeface="Verdana"/>
                <a:ea typeface="Verdana"/>
                <a:cs typeface="Verdana"/>
                <a:sym typeface="Verdana"/>
              </a:rPr>
              <a:t> </a:t>
            </a:r>
            <a:r>
              <a:rPr lang="en" sz="1600" dirty="0">
                <a:solidFill>
                  <a:schemeClr val="dk1"/>
                </a:solidFill>
                <a:latin typeface="Verdana"/>
                <a:ea typeface="Verdana"/>
                <a:cs typeface="Verdana"/>
                <a:sym typeface="Verdana"/>
              </a:rPr>
              <a:t>It can be rigid and less responsive to change.</a:t>
            </a:r>
            <a:endParaRPr sz="1600" dirty="0">
              <a:solidFill>
                <a:schemeClr val="dk1"/>
              </a:solidFill>
              <a:latin typeface="Verdana"/>
              <a:ea typeface="Verdana"/>
              <a:cs typeface="Verdana"/>
              <a:sym typeface="Verdan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sp>
        <p:nvSpPr>
          <p:cNvPr id="594" name="Google Shape;594;p63"/>
          <p:cNvSpPr txBox="1"/>
          <p:nvPr/>
        </p:nvSpPr>
        <p:spPr>
          <a:xfrm>
            <a:off x="1342992" y="673331"/>
            <a:ext cx="10018713" cy="1752599"/>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dk1"/>
              </a:buClr>
              <a:buSzPts val="3000"/>
              <a:buFont typeface="Verdana"/>
              <a:buNone/>
            </a:pPr>
            <a:r>
              <a:rPr lang="en" sz="3000" b="1" cap="none">
                <a:solidFill>
                  <a:schemeClr val="dk1"/>
                </a:solidFill>
                <a:latin typeface="Verdana"/>
                <a:ea typeface="Verdana"/>
                <a:cs typeface="Verdana"/>
                <a:sym typeface="Verdana"/>
              </a:rPr>
              <a:t>3.3. SUMMARY</a:t>
            </a:r>
            <a:endParaRPr sz="3000" b="1" cap="none">
              <a:solidFill>
                <a:schemeClr val="dk1"/>
              </a:solidFill>
              <a:latin typeface="Verdana"/>
              <a:ea typeface="Verdana"/>
              <a:cs typeface="Verdana"/>
              <a:sym typeface="Verdana"/>
            </a:endParaRPr>
          </a:p>
        </p:txBody>
      </p:sp>
      <p:sp>
        <p:nvSpPr>
          <p:cNvPr id="595" name="Google Shape;595;p63"/>
          <p:cNvSpPr txBox="1"/>
          <p:nvPr/>
        </p:nvSpPr>
        <p:spPr>
          <a:xfrm>
            <a:off x="4613564" y="3142211"/>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orbel"/>
              <a:ea typeface="Corbel"/>
              <a:cs typeface="Corbel"/>
              <a:sym typeface="Corbel"/>
            </a:endParaRPr>
          </a:p>
        </p:txBody>
      </p:sp>
      <p:sp>
        <p:nvSpPr>
          <p:cNvPr id="596" name="Google Shape;596;p63"/>
          <p:cNvSpPr/>
          <p:nvPr/>
        </p:nvSpPr>
        <p:spPr>
          <a:xfrm>
            <a:off x="1782619" y="2357381"/>
            <a:ext cx="9946638" cy="15696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600">
                <a:solidFill>
                  <a:schemeClr val="dk1"/>
                </a:solidFill>
                <a:latin typeface="Verdana"/>
                <a:ea typeface="Verdana"/>
                <a:cs typeface="Verdana"/>
                <a:sym typeface="Verdana"/>
              </a:rPr>
              <a:t>The appropriate software development methodology depends on the specific needs of the project. For structured and well-defined projects, basic models such as the waterfall model or the V model may be appropriate. For projects with evolving requirements and an emphasis on collaboration, modern models such as Agile, Scrum or DevOps may be more appropriate. Ultimately, the choice should align with project goals, team capabilities, and the nature of the development environment.</a:t>
            </a:r>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600"/>
        <p:cNvGrpSpPr/>
        <p:nvPr/>
      </p:nvGrpSpPr>
      <p:grpSpPr>
        <a:xfrm>
          <a:off x="0" y="0"/>
          <a:ext cx="0" cy="0"/>
          <a:chOff x="0" y="0"/>
          <a:chExt cx="0" cy="0"/>
        </a:xfrm>
      </p:grpSpPr>
      <p:sp>
        <p:nvSpPr>
          <p:cNvPr id="601" name="Google Shape;601;p64"/>
          <p:cNvSpPr txBox="1">
            <a:spLocks noGrp="1"/>
          </p:cNvSpPr>
          <p:nvPr>
            <p:ph type="title"/>
          </p:nvPr>
        </p:nvSpPr>
        <p:spPr>
          <a:xfrm>
            <a:off x="1484311" y="685800"/>
            <a:ext cx="10018713" cy="79386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3000"/>
              <a:buFont typeface="Verdana"/>
              <a:buNone/>
            </a:pPr>
            <a:r>
              <a:rPr lang="en" sz="3000" b="1">
                <a:latin typeface="Verdana"/>
                <a:ea typeface="Verdana"/>
                <a:cs typeface="Verdana"/>
                <a:sym typeface="Verdana"/>
              </a:rPr>
              <a:t>4. GENERAL SUMMARY</a:t>
            </a:r>
            <a:r>
              <a:rPr lang="el-GR" sz="3000" b="1">
                <a:latin typeface="Verdana"/>
                <a:ea typeface="Verdana"/>
                <a:cs typeface="Verdana"/>
                <a:sym typeface="Verdana"/>
              </a:rPr>
              <a:t/>
            </a:r>
            <a:br>
              <a:rPr lang="el-GR" sz="3000" b="1">
                <a:latin typeface="Verdana"/>
                <a:ea typeface="Verdana"/>
                <a:cs typeface="Verdana"/>
                <a:sym typeface="Verdana"/>
              </a:rPr>
            </a:br>
            <a:endParaRPr sz="3000"/>
          </a:p>
        </p:txBody>
      </p:sp>
      <p:sp>
        <p:nvSpPr>
          <p:cNvPr id="602" name="Google Shape;602;p64"/>
          <p:cNvSpPr txBox="1">
            <a:spLocks noGrp="1"/>
          </p:cNvSpPr>
          <p:nvPr>
            <p:ph type="body" idx="1"/>
          </p:nvPr>
        </p:nvSpPr>
        <p:spPr>
          <a:xfrm>
            <a:off x="1484310" y="1877290"/>
            <a:ext cx="10018713" cy="3124201"/>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SzPts val="2320"/>
              <a:buNone/>
            </a:pPr>
            <a:r>
              <a:rPr lang="en" sz="1600">
                <a:latin typeface="Verdana"/>
                <a:ea typeface="Verdana"/>
                <a:cs typeface="Verdana"/>
                <a:sym typeface="Verdana"/>
              </a:rPr>
              <a:t>In conclusion, to deal with the complexities of software development, it is important to understand software life models and development methodologies. Life models provide a structure, describing the phases of a project, while methodologies offer a broader perspective, guiding practices and principles for successful project implementation.</a:t>
            </a:r>
            <a:endParaRPr sz="1600">
              <a:latin typeface="Verdana"/>
              <a:ea typeface="Verdana"/>
              <a:cs typeface="Verdana"/>
              <a:sym typeface="Verdana"/>
            </a:endParaRPr>
          </a:p>
        </p:txBody>
      </p:sp>
    </p:spTree>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606"/>
        <p:cNvGrpSpPr/>
        <p:nvPr/>
      </p:nvGrpSpPr>
      <p:grpSpPr>
        <a:xfrm>
          <a:off x="0" y="0"/>
          <a:ext cx="0" cy="0"/>
          <a:chOff x="0" y="0"/>
          <a:chExt cx="0" cy="0"/>
        </a:xfrm>
      </p:grpSpPr>
      <p:sp>
        <p:nvSpPr>
          <p:cNvPr id="607" name="Google Shape;607;p65"/>
          <p:cNvSpPr txBox="1">
            <a:spLocks noGrp="1"/>
          </p:cNvSpPr>
          <p:nvPr>
            <p:ph type="title"/>
          </p:nvPr>
        </p:nvSpPr>
        <p:spPr>
          <a:xfrm>
            <a:off x="1484310" y="133005"/>
            <a:ext cx="10018713" cy="1055716"/>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n" sz="3000" b="1">
                <a:latin typeface="Verdana"/>
                <a:ea typeface="Verdana"/>
                <a:cs typeface="Verdana"/>
                <a:sym typeface="Verdana"/>
              </a:rPr>
              <a:t>REFERENCES</a:t>
            </a:r>
            <a:r>
              <a:rPr lang="el-GR" sz="3000" b="1">
                <a:latin typeface="Verdana"/>
                <a:ea typeface="Verdana"/>
                <a:cs typeface="Verdana"/>
                <a:sym typeface="Verdana"/>
              </a:rPr>
              <a:t/>
            </a:r>
            <a:br>
              <a:rPr lang="el-GR" sz="3000" b="1">
                <a:latin typeface="Verdana"/>
                <a:ea typeface="Verdana"/>
                <a:cs typeface="Verdana"/>
                <a:sym typeface="Verdana"/>
              </a:rPr>
            </a:br>
            <a:endParaRPr sz="3000"/>
          </a:p>
        </p:txBody>
      </p:sp>
      <p:sp>
        <p:nvSpPr>
          <p:cNvPr id="608" name="Google Shape;608;p65"/>
          <p:cNvSpPr txBox="1">
            <a:spLocks noGrp="1"/>
          </p:cNvSpPr>
          <p:nvPr>
            <p:ph type="body" idx="1"/>
          </p:nvPr>
        </p:nvSpPr>
        <p:spPr>
          <a:xfrm>
            <a:off x="1484311" y="1321723"/>
            <a:ext cx="10018713" cy="5827221"/>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SzPts val="2320"/>
              <a:buNone/>
            </a:pPr>
            <a:r>
              <a:rPr lang="en" sz="1600" b="1" dirty="0">
                <a:latin typeface="Verdana"/>
                <a:ea typeface="Verdana"/>
                <a:cs typeface="Verdana"/>
                <a:sym typeface="Verdana"/>
              </a:rPr>
              <a:t>0. General Introduction</a:t>
            </a:r>
            <a:endParaRPr dirty="0"/>
          </a:p>
          <a:p>
            <a:pPr marL="0" lvl="0" indent="0" algn="l" rtl="0">
              <a:spcBef>
                <a:spcPts val="880"/>
              </a:spcBef>
              <a:spcAft>
                <a:spcPts val="0"/>
              </a:spcAft>
              <a:buSzPts val="2030"/>
              <a:buNone/>
            </a:pPr>
            <a:r>
              <a:rPr lang="en" sz="1400" u="sng" dirty="0">
                <a:solidFill>
                  <a:schemeClr val="hlink"/>
                </a:solidFill>
                <a:latin typeface="Verdana"/>
                <a:ea typeface="Verdana"/>
                <a:cs typeface="Verdana"/>
                <a:sym typeface="Verdana"/>
                <a:hlinkClick r:id="rId3"/>
              </a:rPr>
              <a:t>https://stackify.com/what-is-sdlc/</a:t>
            </a:r>
            <a:endParaRPr sz="1400" dirty="0">
              <a:latin typeface="Verdana"/>
              <a:ea typeface="Verdana"/>
              <a:cs typeface="Verdana"/>
              <a:sym typeface="Verdana"/>
            </a:endParaRPr>
          </a:p>
          <a:p>
            <a:pPr marL="0" lvl="0" indent="0" algn="l" rtl="0">
              <a:spcBef>
                <a:spcPts val="920"/>
              </a:spcBef>
              <a:spcAft>
                <a:spcPts val="0"/>
              </a:spcAft>
              <a:buSzPts val="2320"/>
              <a:buNone/>
            </a:pPr>
            <a:r>
              <a:rPr lang="en" sz="1600" b="1" dirty="0">
                <a:latin typeface="Verdana"/>
                <a:ea typeface="Verdana"/>
                <a:cs typeface="Verdana"/>
                <a:sym typeface="Verdana"/>
              </a:rPr>
              <a:t>1.1/3.1.1 The waterfall model</a:t>
            </a:r>
            <a:endParaRPr dirty="0"/>
          </a:p>
          <a:p>
            <a:pPr marL="0" lvl="0" indent="0" algn="l" rtl="0">
              <a:spcBef>
                <a:spcPts val="880"/>
              </a:spcBef>
              <a:spcAft>
                <a:spcPts val="0"/>
              </a:spcAft>
              <a:buSzPts val="2030"/>
              <a:buNone/>
            </a:pPr>
            <a:r>
              <a:rPr lang="en" sz="1400" u="sng" dirty="0">
                <a:solidFill>
                  <a:schemeClr val="hlink"/>
                </a:solidFill>
                <a:latin typeface="Verdana"/>
                <a:ea typeface="Verdana"/>
                <a:cs typeface="Verdana"/>
                <a:sym typeface="Verdana"/>
                <a:hlinkClick r:id="rId4"/>
              </a:rPr>
              <a:t>(PDF) General Software Development Methodologies (e-book)</a:t>
            </a:r>
            <a:endParaRPr sz="1400" dirty="0">
              <a:latin typeface="Verdana"/>
              <a:ea typeface="Verdana"/>
              <a:cs typeface="Verdana"/>
              <a:sym typeface="Verdana"/>
            </a:endParaRPr>
          </a:p>
          <a:p>
            <a:pPr marL="0" lvl="0" indent="0" algn="l" rtl="0">
              <a:spcBef>
                <a:spcPts val="880"/>
              </a:spcBef>
              <a:spcAft>
                <a:spcPts val="0"/>
              </a:spcAft>
              <a:buSzPts val="2030"/>
              <a:buNone/>
            </a:pPr>
            <a:r>
              <a:rPr lang="en" sz="1400" u="sng" dirty="0">
                <a:solidFill>
                  <a:schemeClr val="hlink"/>
                </a:solidFill>
                <a:latin typeface="Verdana"/>
                <a:ea typeface="Verdana"/>
                <a:cs typeface="Verdana"/>
                <a:sym typeface="Verdana"/>
                <a:hlinkClick r:id="rId5"/>
              </a:rPr>
              <a:t>Information System Development Project Management...</a:t>
            </a:r>
            <a:endParaRPr sz="1400" dirty="0">
              <a:latin typeface="Verdana"/>
              <a:ea typeface="Verdana"/>
              <a:cs typeface="Verdana"/>
              <a:sym typeface="Verdana"/>
            </a:endParaRPr>
          </a:p>
          <a:p>
            <a:pPr marL="0" lvl="0" indent="0" algn="l" rtl="0">
              <a:spcBef>
                <a:spcPts val="880"/>
              </a:spcBef>
              <a:spcAft>
                <a:spcPts val="0"/>
              </a:spcAft>
              <a:buSzPts val="2030"/>
              <a:buNone/>
            </a:pPr>
            <a:r>
              <a:rPr lang="en" sz="1400" u="sng" dirty="0">
                <a:solidFill>
                  <a:schemeClr val="hlink"/>
                </a:solidFill>
                <a:latin typeface="Verdana"/>
                <a:ea typeface="Verdana"/>
                <a:cs typeface="Verdana"/>
                <a:sym typeface="Verdana"/>
                <a:hlinkClick r:id="rId6"/>
              </a:rPr>
              <a:t>Agile vs Waterfall: Which is the best methodology for the project…</a:t>
            </a:r>
            <a:endParaRPr sz="1400" dirty="0">
              <a:latin typeface="Verdana"/>
              <a:ea typeface="Verdana"/>
              <a:cs typeface="Verdana"/>
              <a:sym typeface="Verdana"/>
            </a:endParaRPr>
          </a:p>
          <a:p>
            <a:pPr marL="0" lvl="0" indent="0" algn="l" rtl="0">
              <a:spcBef>
                <a:spcPts val="880"/>
              </a:spcBef>
              <a:spcAft>
                <a:spcPts val="0"/>
              </a:spcAft>
              <a:buSzPts val="2030"/>
              <a:buNone/>
            </a:pPr>
            <a:r>
              <a:rPr lang="en" sz="1400" u="sng" dirty="0">
                <a:solidFill>
                  <a:schemeClr val="hlink"/>
                </a:solidFill>
                <a:latin typeface="Verdana"/>
                <a:ea typeface="Verdana"/>
                <a:cs typeface="Verdana"/>
                <a:sym typeface="Verdana"/>
                <a:hlinkClick r:id="rId7"/>
              </a:rPr>
              <a:t>What is SDLC Waterfall Model? - Other - myservername.com</a:t>
            </a:r>
            <a:endParaRPr sz="1400" u="sng" dirty="0">
              <a:latin typeface="Verdana"/>
              <a:ea typeface="Verdana"/>
              <a:cs typeface="Verdana"/>
              <a:sym typeface="Verdana"/>
            </a:endParaRPr>
          </a:p>
          <a:p>
            <a:pPr marL="0" lvl="0" indent="0" algn="l" rtl="0">
              <a:spcBef>
                <a:spcPts val="920"/>
              </a:spcBef>
              <a:spcAft>
                <a:spcPts val="0"/>
              </a:spcAft>
              <a:buSzPts val="2320"/>
              <a:buNone/>
            </a:pPr>
            <a:r>
              <a:rPr lang="en" sz="1600" b="1" dirty="0">
                <a:latin typeface="Verdana"/>
                <a:ea typeface="Verdana"/>
                <a:cs typeface="Verdana"/>
                <a:sym typeface="Verdana"/>
              </a:rPr>
              <a:t>1.2/3.1.2 The V model</a:t>
            </a:r>
            <a:endParaRPr dirty="0"/>
          </a:p>
          <a:p>
            <a:pPr marL="0" lvl="0" indent="0" algn="l" rtl="0">
              <a:spcBef>
                <a:spcPts val="880"/>
              </a:spcBef>
              <a:spcAft>
                <a:spcPts val="0"/>
              </a:spcAft>
              <a:buSzPts val="2030"/>
              <a:buNone/>
            </a:pPr>
            <a:r>
              <a:rPr lang="en" sz="1400" u="sng" dirty="0">
                <a:solidFill>
                  <a:schemeClr val="hlink"/>
                </a:solidFill>
                <a:latin typeface="Verdana"/>
                <a:ea typeface="Verdana"/>
                <a:cs typeface="Verdana"/>
                <a:sym typeface="Verdana"/>
                <a:hlinkClick r:id="rId8"/>
              </a:rPr>
              <a:t>https://www.geeksforgeeks.org/software-engineering-sdlc-v-model/</a:t>
            </a:r>
            <a:r>
              <a:rPr lang="en" sz="1400" dirty="0">
                <a:latin typeface="Verdana"/>
                <a:ea typeface="Verdana"/>
                <a:cs typeface="Verdana"/>
                <a:sym typeface="Verdana"/>
              </a:rPr>
              <a:t> </a:t>
            </a:r>
            <a:endParaRPr dirty="0"/>
          </a:p>
          <a:p>
            <a:pPr marL="0" lvl="0" indent="0" algn="l" rtl="0">
              <a:spcBef>
                <a:spcPts val="880"/>
              </a:spcBef>
              <a:spcAft>
                <a:spcPts val="0"/>
              </a:spcAft>
              <a:buSzPts val="2030"/>
              <a:buNone/>
            </a:pPr>
            <a:r>
              <a:rPr lang="en" sz="1400" u="sng" dirty="0">
                <a:solidFill>
                  <a:schemeClr val="hlink"/>
                </a:solidFill>
                <a:latin typeface="Verdana"/>
                <a:ea typeface="Verdana"/>
                <a:cs typeface="Verdana"/>
                <a:sym typeface="Verdana"/>
                <a:hlinkClick r:id="rId9"/>
              </a:rPr>
              <a:t>https://en.wikipedia.org/wiki/V-model</a:t>
            </a:r>
            <a:r>
              <a:rPr lang="en" sz="1400" dirty="0">
                <a:latin typeface="Verdana"/>
                <a:ea typeface="Verdana"/>
                <a:cs typeface="Verdana"/>
                <a:sym typeface="Verdana"/>
              </a:rPr>
              <a:t> </a:t>
            </a:r>
            <a:endParaRPr sz="1400" dirty="0">
              <a:latin typeface="Verdana"/>
              <a:ea typeface="Verdana"/>
              <a:cs typeface="Verdana"/>
              <a:sym typeface="Verdana"/>
            </a:endParaRPr>
          </a:p>
          <a:p>
            <a:pPr marL="0" lvl="0" indent="0" algn="l" rtl="0">
              <a:spcBef>
                <a:spcPts val="920"/>
              </a:spcBef>
              <a:spcAft>
                <a:spcPts val="0"/>
              </a:spcAft>
              <a:buSzPts val="2320"/>
              <a:buNone/>
            </a:pPr>
            <a:r>
              <a:rPr lang="en" sz="1600" b="1" dirty="0">
                <a:latin typeface="Verdana"/>
                <a:ea typeface="Verdana"/>
                <a:cs typeface="Verdana"/>
                <a:sym typeface="Verdana"/>
              </a:rPr>
              <a:t>1.3/3.1.3 The prototyping model</a:t>
            </a:r>
            <a:endParaRPr dirty="0"/>
          </a:p>
          <a:p>
            <a:pPr marL="0" lvl="0" indent="0" algn="l" rtl="0">
              <a:spcBef>
                <a:spcPts val="880"/>
              </a:spcBef>
              <a:spcAft>
                <a:spcPts val="0"/>
              </a:spcAft>
              <a:buSzPts val="2030"/>
              <a:buNone/>
            </a:pPr>
            <a:r>
              <a:rPr lang="en" sz="1400" u="sng" dirty="0">
                <a:solidFill>
                  <a:schemeClr val="hlink"/>
                </a:solidFill>
                <a:latin typeface="Verdana"/>
                <a:ea typeface="Verdana"/>
                <a:cs typeface="Verdana"/>
                <a:sym typeface="Verdana"/>
                <a:hlinkClick r:id="rId10"/>
              </a:rPr>
              <a:t>https://www.codecademy.com/resources/docs/general/software-development-life-cycle/prototype-model</a:t>
            </a:r>
            <a:endParaRPr sz="1400" dirty="0">
              <a:latin typeface="Verdana"/>
              <a:ea typeface="Verdana"/>
              <a:cs typeface="Verdana"/>
              <a:sym typeface="Verdana"/>
            </a:endParaRPr>
          </a:p>
          <a:p>
            <a:pPr marL="0" lvl="0" indent="0" algn="l" rtl="0">
              <a:spcBef>
                <a:spcPts val="880"/>
              </a:spcBef>
              <a:spcAft>
                <a:spcPts val="0"/>
              </a:spcAft>
              <a:buSzPts val="2030"/>
              <a:buNone/>
            </a:pPr>
            <a:r>
              <a:rPr lang="en" sz="1400" u="sng" dirty="0">
                <a:solidFill>
                  <a:schemeClr val="hlink"/>
                </a:solidFill>
                <a:latin typeface="Verdana"/>
                <a:ea typeface="Verdana"/>
                <a:cs typeface="Verdana"/>
                <a:sym typeface="Verdana"/>
                <a:hlinkClick r:id="rId11"/>
              </a:rPr>
              <a:t>https://www.javatpoint.com/software-engineering-prototype-model</a:t>
            </a:r>
            <a:endParaRPr sz="1400" dirty="0">
              <a:latin typeface="Verdana"/>
              <a:ea typeface="Verdana"/>
              <a:cs typeface="Verdana"/>
              <a:sym typeface="Verdana"/>
            </a:endParaRPr>
          </a:p>
          <a:p>
            <a:pPr marL="0" lvl="0" indent="0" algn="l" rtl="0">
              <a:spcBef>
                <a:spcPts val="880"/>
              </a:spcBef>
              <a:spcAft>
                <a:spcPts val="0"/>
              </a:spcAft>
              <a:buSzPts val="2030"/>
              <a:buNone/>
            </a:pPr>
            <a:r>
              <a:rPr lang="en" sz="1400" u="sng" dirty="0">
                <a:solidFill>
                  <a:schemeClr val="hlink"/>
                </a:solidFill>
                <a:latin typeface="Verdana"/>
                <a:ea typeface="Verdana"/>
                <a:cs typeface="Verdana"/>
                <a:sym typeface="Verdana"/>
                <a:hlinkClick r:id="rId12"/>
              </a:rPr>
              <a:t>https://www.geeksforgeeks.org/software-engineering-prototyping-model/</a:t>
            </a:r>
            <a:endParaRPr sz="1400" dirty="0">
              <a:latin typeface="Verdana"/>
              <a:ea typeface="Verdana"/>
              <a:cs typeface="Verdana"/>
              <a:sym typeface="Verdana"/>
            </a:endParaRPr>
          </a:p>
          <a:p>
            <a:pPr marL="0" lvl="0" indent="0" algn="l" rtl="0">
              <a:spcBef>
                <a:spcPts val="1000"/>
              </a:spcBef>
              <a:spcAft>
                <a:spcPts val="0"/>
              </a:spcAft>
              <a:buSzPts val="2900"/>
              <a:buNone/>
            </a:pPr>
            <a:endParaRPr sz="2000" b="1" dirty="0">
              <a:latin typeface="Verdana"/>
              <a:ea typeface="Verdana"/>
              <a:cs typeface="Verdana"/>
              <a:sym typeface="Verdana"/>
            </a:endParaRPr>
          </a:p>
          <a:p>
            <a:pPr marL="0" lvl="0" indent="0" algn="l" rtl="0">
              <a:spcBef>
                <a:spcPts val="920"/>
              </a:spcBef>
              <a:spcAft>
                <a:spcPts val="0"/>
              </a:spcAft>
              <a:buSzPts val="2320"/>
              <a:buNone/>
            </a:pPr>
            <a:endParaRPr sz="1600" b="1" dirty="0">
              <a:latin typeface="Verdana"/>
              <a:ea typeface="Verdana"/>
              <a:cs typeface="Verdana"/>
              <a:sym typeface="Verdana"/>
            </a:endParaRPr>
          </a:p>
          <a:p>
            <a:pPr marL="0" lvl="0" indent="0" algn="l" rtl="0">
              <a:spcBef>
                <a:spcPts val="920"/>
              </a:spcBef>
              <a:spcAft>
                <a:spcPts val="0"/>
              </a:spcAft>
              <a:buSzPts val="2320"/>
              <a:buNone/>
            </a:pPr>
            <a:endParaRPr sz="1600" dirty="0">
              <a:latin typeface="Verdana"/>
              <a:ea typeface="Verdana"/>
              <a:cs typeface="Verdana"/>
              <a:sym typeface="Verdana"/>
            </a:endParaRPr>
          </a:p>
          <a:p>
            <a:pPr marL="0" lvl="0" indent="0" algn="l" rtl="0">
              <a:spcBef>
                <a:spcPts val="1000"/>
              </a:spcBef>
              <a:spcAft>
                <a:spcPts val="0"/>
              </a:spcAft>
              <a:buSzPts val="2900"/>
              <a:buNone/>
            </a:pPr>
            <a:endParaRPr sz="2000" b="1" dirty="0">
              <a:latin typeface="Verdana"/>
              <a:ea typeface="Verdana"/>
              <a:cs typeface="Verdana"/>
              <a:sym typeface="Verdana"/>
            </a:endParaRPr>
          </a:p>
        </p:txBody>
      </p:sp>
    </p:spTree>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612"/>
        <p:cNvGrpSpPr/>
        <p:nvPr/>
      </p:nvGrpSpPr>
      <p:grpSpPr>
        <a:xfrm>
          <a:off x="0" y="0"/>
          <a:ext cx="0" cy="0"/>
          <a:chOff x="0" y="0"/>
          <a:chExt cx="0" cy="0"/>
        </a:xfrm>
      </p:grpSpPr>
      <p:sp>
        <p:nvSpPr>
          <p:cNvPr id="613" name="Google Shape;613;p66"/>
          <p:cNvSpPr txBox="1">
            <a:spLocks noGrp="1"/>
          </p:cNvSpPr>
          <p:nvPr>
            <p:ph type="title"/>
          </p:nvPr>
        </p:nvSpPr>
        <p:spPr>
          <a:xfrm>
            <a:off x="1484310" y="-72216"/>
            <a:ext cx="10018800" cy="8355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n" sz="3000" b="1">
                <a:latin typeface="Verdana"/>
                <a:ea typeface="Verdana"/>
                <a:cs typeface="Verdana"/>
                <a:sym typeface="Verdana"/>
              </a:rPr>
              <a:t>REFERENCES</a:t>
            </a:r>
            <a:endParaRPr sz="3000"/>
          </a:p>
        </p:txBody>
      </p:sp>
      <p:sp>
        <p:nvSpPr>
          <p:cNvPr id="614" name="Google Shape;614;p66"/>
          <p:cNvSpPr txBox="1">
            <a:spLocks noGrp="1"/>
          </p:cNvSpPr>
          <p:nvPr>
            <p:ph type="body" idx="1"/>
          </p:nvPr>
        </p:nvSpPr>
        <p:spPr>
          <a:xfrm>
            <a:off x="1484309" y="615142"/>
            <a:ext cx="10018713" cy="6414655"/>
          </a:xfrm>
          <a:prstGeom prst="rect">
            <a:avLst/>
          </a:prstGeom>
          <a:noFill/>
          <a:ln>
            <a:noFill/>
          </a:ln>
        </p:spPr>
        <p:txBody>
          <a:bodyPr spcFirstLastPara="1" wrap="square" lIns="91425" tIns="45700" rIns="91425" bIns="45700" anchor="ctr" anchorCtr="0">
            <a:normAutofit fontScale="32500" lnSpcReduction="20000"/>
          </a:bodyPr>
          <a:lstStyle/>
          <a:p>
            <a:pPr marL="0" lvl="0" indent="0" algn="l" rtl="0">
              <a:spcBef>
                <a:spcPts val="0"/>
              </a:spcBef>
              <a:spcAft>
                <a:spcPts val="0"/>
              </a:spcAft>
              <a:buSzPct val="145000"/>
              <a:buNone/>
            </a:pPr>
            <a:r>
              <a:rPr lang="en" sz="5000" b="1" dirty="0">
                <a:latin typeface="Verdana"/>
                <a:ea typeface="Verdana"/>
                <a:cs typeface="Verdana"/>
                <a:sym typeface="Verdana"/>
              </a:rPr>
              <a:t>1.4/3.1.4 The functional augmentation model</a:t>
            </a:r>
            <a:endParaRPr dirty="0"/>
          </a:p>
          <a:p>
            <a:pPr marL="0" lvl="0" indent="0" algn="l" rtl="0">
              <a:spcBef>
                <a:spcPts val="879"/>
              </a:spcBef>
              <a:spcAft>
                <a:spcPts val="0"/>
              </a:spcAft>
              <a:buSzPct val="145000"/>
              <a:buNone/>
            </a:pPr>
            <a:r>
              <a:rPr lang="en" sz="4300" u="sng" dirty="0">
                <a:solidFill>
                  <a:schemeClr val="hlink"/>
                </a:solidFill>
                <a:latin typeface="Verdana"/>
                <a:ea typeface="Verdana"/>
                <a:cs typeface="Verdana"/>
                <a:sym typeface="Verdana"/>
                <a:hlinkClick r:id="rId3"/>
              </a:rPr>
              <a:t>https://psifiakoskosmos.files.wordpress.com/2009/12/beskoukis1.pdf</a:t>
            </a:r>
            <a:endParaRPr sz="4300" u="sng" dirty="0">
              <a:latin typeface="Verdana"/>
              <a:ea typeface="Verdana"/>
              <a:cs typeface="Verdana"/>
              <a:sym typeface="Verdana"/>
            </a:endParaRPr>
          </a:p>
          <a:p>
            <a:pPr marL="0" lvl="0" indent="0" algn="l" rtl="0">
              <a:spcBef>
                <a:spcPts val="925"/>
              </a:spcBef>
              <a:spcAft>
                <a:spcPts val="0"/>
              </a:spcAft>
              <a:buSzPct val="145000"/>
              <a:buNone/>
            </a:pPr>
            <a:r>
              <a:rPr lang="en" sz="5000" b="1" dirty="0">
                <a:latin typeface="Verdana"/>
                <a:ea typeface="Verdana"/>
                <a:cs typeface="Verdana"/>
                <a:sym typeface="Verdana"/>
              </a:rPr>
              <a:t>1.5/3.1.5 The spiral model</a:t>
            </a:r>
            <a:endParaRPr dirty="0"/>
          </a:p>
          <a:p>
            <a:pPr marL="0" lvl="0" indent="0" algn="l" rtl="0">
              <a:spcBef>
                <a:spcPts val="879"/>
              </a:spcBef>
              <a:spcAft>
                <a:spcPts val="0"/>
              </a:spcAft>
              <a:buSzPct val="145000"/>
              <a:buNone/>
            </a:pPr>
            <a:r>
              <a:rPr lang="en" sz="4300" u="sng" dirty="0">
                <a:solidFill>
                  <a:schemeClr val="hlink"/>
                </a:solidFill>
                <a:latin typeface="Verdana"/>
                <a:ea typeface="Verdana"/>
                <a:cs typeface="Verdana"/>
                <a:sym typeface="Verdana"/>
                <a:hlinkClick r:id="rId4"/>
              </a:rPr>
              <a:t>https://www.geeksforgeeks.org/software-engineering-spiral-model/</a:t>
            </a:r>
            <a:endParaRPr sz="4300" dirty="0">
              <a:latin typeface="Verdana"/>
              <a:ea typeface="Verdana"/>
              <a:cs typeface="Verdana"/>
              <a:sym typeface="Verdana"/>
            </a:endParaRPr>
          </a:p>
          <a:p>
            <a:pPr marL="0" lvl="0" indent="0" algn="l" rtl="0">
              <a:spcBef>
                <a:spcPts val="879"/>
              </a:spcBef>
              <a:spcAft>
                <a:spcPts val="0"/>
              </a:spcAft>
              <a:buSzPct val="145000"/>
              <a:buNone/>
            </a:pPr>
            <a:r>
              <a:rPr lang="en" sz="4300" u="sng" dirty="0">
                <a:solidFill>
                  <a:schemeClr val="hlink"/>
                </a:solidFill>
                <a:latin typeface="Verdana"/>
                <a:ea typeface="Verdana"/>
                <a:cs typeface="Verdana"/>
                <a:sym typeface="Verdana"/>
                <a:hlinkClick r:id="rId5"/>
              </a:rPr>
              <a:t>https://www.simplilearn.com/spiral-model-in-software-engineering-article#what_is_spiral_model_in_software_engineering</a:t>
            </a:r>
            <a:endParaRPr sz="4300" dirty="0">
              <a:latin typeface="Verdana"/>
              <a:ea typeface="Verdana"/>
              <a:cs typeface="Verdana"/>
              <a:sym typeface="Verdana"/>
            </a:endParaRPr>
          </a:p>
          <a:p>
            <a:pPr marL="0" lvl="0" indent="0" algn="l" rtl="0">
              <a:spcBef>
                <a:spcPts val="925"/>
              </a:spcBef>
              <a:spcAft>
                <a:spcPts val="0"/>
              </a:spcAft>
              <a:buSzPct val="145000"/>
              <a:buNone/>
            </a:pPr>
            <a:r>
              <a:rPr lang="en" sz="5000" b="1" dirty="0">
                <a:latin typeface="Verdana"/>
                <a:ea typeface="Verdana"/>
                <a:cs typeface="Verdana"/>
                <a:sym typeface="Verdana"/>
              </a:rPr>
              <a:t>2.1/3.2.1 Unified Process</a:t>
            </a:r>
            <a:endParaRPr dirty="0"/>
          </a:p>
          <a:p>
            <a:pPr marL="0" lvl="0" indent="0" algn="l" rtl="0">
              <a:spcBef>
                <a:spcPts val="879"/>
              </a:spcBef>
              <a:spcAft>
                <a:spcPts val="0"/>
              </a:spcAft>
              <a:buSzPct val="145000"/>
              <a:buNone/>
            </a:pPr>
            <a:r>
              <a:rPr lang="en" sz="4300" u="sng" dirty="0">
                <a:solidFill>
                  <a:schemeClr val="hlink"/>
                </a:solidFill>
                <a:latin typeface="Verdana"/>
                <a:ea typeface="Verdana"/>
                <a:cs typeface="Verdana"/>
                <a:sym typeface="Verdana"/>
                <a:hlinkClick r:id="rId6"/>
              </a:rPr>
              <a:t>https://www.open.edu/openlearn/science-maths-technology/approaches-software-development/content-section-3.3</a:t>
            </a:r>
            <a:endParaRPr sz="4300" dirty="0">
              <a:latin typeface="Verdana"/>
              <a:ea typeface="Verdana"/>
              <a:cs typeface="Verdana"/>
              <a:sym typeface="Verdana"/>
            </a:endParaRPr>
          </a:p>
          <a:p>
            <a:pPr marL="0" lvl="0" indent="0" algn="l" rtl="0">
              <a:spcBef>
                <a:spcPts val="879"/>
              </a:spcBef>
              <a:spcAft>
                <a:spcPts val="0"/>
              </a:spcAft>
              <a:buSzPct val="145000"/>
              <a:buNone/>
            </a:pPr>
            <a:r>
              <a:rPr lang="en" sz="4300" u="sng" dirty="0">
                <a:solidFill>
                  <a:schemeClr val="hlink"/>
                </a:solidFill>
                <a:latin typeface="Verdana"/>
                <a:ea typeface="Verdana"/>
                <a:cs typeface="Verdana"/>
                <a:sym typeface="Verdana"/>
                <a:hlinkClick r:id="rId7"/>
              </a:rPr>
              <a:t>https://en.wikipedia.org/wiki/Rational_unified_process</a:t>
            </a:r>
            <a:endParaRPr sz="4300" dirty="0">
              <a:latin typeface="Verdana"/>
              <a:ea typeface="Verdana"/>
              <a:cs typeface="Verdana"/>
              <a:sym typeface="Verdana"/>
            </a:endParaRPr>
          </a:p>
          <a:p>
            <a:pPr marL="0" lvl="0" indent="0" algn="l" rtl="0">
              <a:spcBef>
                <a:spcPts val="879"/>
              </a:spcBef>
              <a:spcAft>
                <a:spcPts val="0"/>
              </a:spcAft>
              <a:buSzPct val="145000"/>
              <a:buNone/>
            </a:pPr>
            <a:r>
              <a:rPr lang="en" sz="4300" u="sng" dirty="0">
                <a:solidFill>
                  <a:schemeClr val="hlink"/>
                </a:solidFill>
                <a:latin typeface="Verdana"/>
                <a:ea typeface="Verdana"/>
                <a:cs typeface="Verdana"/>
                <a:sym typeface="Verdana"/>
                <a:hlinkClick r:id="rId8"/>
              </a:rPr>
              <a:t>https://www.geeksforgeeks.org/rup-and-its-phases/?ref=gcse</a:t>
            </a:r>
            <a:endParaRPr sz="4300" u="sng" dirty="0">
              <a:latin typeface="Verdana"/>
              <a:ea typeface="Verdana"/>
              <a:cs typeface="Verdana"/>
              <a:sym typeface="Verdana"/>
            </a:endParaRPr>
          </a:p>
          <a:p>
            <a:pPr marL="0" lvl="0" indent="0" algn="l" rtl="0">
              <a:spcBef>
                <a:spcPts val="925"/>
              </a:spcBef>
              <a:spcAft>
                <a:spcPts val="0"/>
              </a:spcAft>
              <a:buSzPct val="145000"/>
              <a:buNone/>
            </a:pPr>
            <a:r>
              <a:rPr lang="en" sz="5000" b="1" dirty="0">
                <a:latin typeface="Verdana"/>
                <a:ea typeface="Verdana"/>
                <a:cs typeface="Verdana"/>
                <a:sym typeface="Verdana"/>
              </a:rPr>
              <a:t>2.2/3.2.2 Agile Development</a:t>
            </a:r>
            <a:endParaRPr dirty="0"/>
          </a:p>
          <a:p>
            <a:pPr marL="0" lvl="0" indent="0" algn="l" rtl="0">
              <a:spcBef>
                <a:spcPts val="879"/>
              </a:spcBef>
              <a:spcAft>
                <a:spcPts val="0"/>
              </a:spcAft>
              <a:buSzPct val="145000"/>
              <a:buNone/>
            </a:pPr>
            <a:r>
              <a:rPr lang="en" sz="4300" u="sng" dirty="0">
                <a:solidFill>
                  <a:schemeClr val="hlink"/>
                </a:solidFill>
                <a:latin typeface="Verdana"/>
                <a:ea typeface="Verdana"/>
                <a:cs typeface="Verdana"/>
                <a:sym typeface="Verdana"/>
                <a:hlinkClick r:id="rId9"/>
              </a:rPr>
              <a:t>https://www.edrawmind.com/templates/agile-methodology-template.html</a:t>
            </a:r>
            <a:endParaRPr sz="4300" dirty="0">
              <a:latin typeface="Verdana"/>
              <a:ea typeface="Verdana"/>
              <a:cs typeface="Verdana"/>
              <a:sym typeface="Verdana"/>
            </a:endParaRPr>
          </a:p>
          <a:p>
            <a:pPr marL="0" lvl="0" indent="0" algn="l" rtl="0">
              <a:spcBef>
                <a:spcPts val="879"/>
              </a:spcBef>
              <a:spcAft>
                <a:spcPts val="0"/>
              </a:spcAft>
              <a:buSzPct val="145000"/>
              <a:buNone/>
            </a:pPr>
            <a:r>
              <a:rPr lang="en" sz="4300" u="sng" dirty="0">
                <a:solidFill>
                  <a:schemeClr val="hlink"/>
                </a:solidFill>
                <a:latin typeface="Verdana"/>
                <a:ea typeface="Verdana"/>
                <a:cs typeface="Verdana"/>
                <a:sym typeface="Verdana"/>
                <a:hlinkClick r:id="rId10"/>
              </a:rPr>
              <a:t>https://activecollab.com/blog/project-management/agile-project-management-advantages-disadvantages</a:t>
            </a:r>
            <a:endParaRPr sz="4300" dirty="0">
              <a:latin typeface="Verdana"/>
              <a:ea typeface="Verdana"/>
              <a:cs typeface="Verdana"/>
              <a:sym typeface="Verdana"/>
            </a:endParaRPr>
          </a:p>
          <a:p>
            <a:pPr marL="0" lvl="0" indent="0" algn="l" rtl="0">
              <a:spcBef>
                <a:spcPts val="879"/>
              </a:spcBef>
              <a:spcAft>
                <a:spcPts val="0"/>
              </a:spcAft>
              <a:buSzPct val="145000"/>
              <a:buNone/>
            </a:pPr>
            <a:r>
              <a:rPr lang="en" sz="4300" u="sng" dirty="0">
                <a:solidFill>
                  <a:schemeClr val="hlink"/>
                </a:solidFill>
                <a:latin typeface="Verdana"/>
                <a:ea typeface="Verdana"/>
                <a:cs typeface="Verdana"/>
                <a:sym typeface="Verdana"/>
                <a:hlinkClick r:id="rId11"/>
              </a:rPr>
              <a:t>https://www.inflectra.com/Ideas/Whitepaper/Introduction-to-Agile-Development-Methods.aspx</a:t>
            </a:r>
            <a:endParaRPr sz="4300" dirty="0">
              <a:latin typeface="Verdana"/>
              <a:ea typeface="Verdana"/>
              <a:cs typeface="Verdana"/>
              <a:sym typeface="Verdana"/>
            </a:endParaRPr>
          </a:p>
          <a:p>
            <a:pPr marL="0" lvl="0" indent="0" algn="l" rtl="0">
              <a:spcBef>
                <a:spcPts val="879"/>
              </a:spcBef>
              <a:spcAft>
                <a:spcPts val="0"/>
              </a:spcAft>
              <a:buSzPct val="145000"/>
              <a:buNone/>
            </a:pPr>
            <a:r>
              <a:rPr lang="en" sz="4300" u="sng" dirty="0">
                <a:solidFill>
                  <a:schemeClr val="hlink"/>
                </a:solidFill>
                <a:latin typeface="Verdana"/>
                <a:ea typeface="Verdana"/>
                <a:cs typeface="Verdana"/>
                <a:sym typeface="Verdana"/>
                <a:hlinkClick r:id="rId12"/>
              </a:rPr>
              <a:t>https://startinfinity.com/templates/agile-development</a:t>
            </a:r>
            <a:endParaRPr sz="4300" dirty="0">
              <a:latin typeface="Verdana"/>
              <a:ea typeface="Verdana"/>
              <a:cs typeface="Verdana"/>
              <a:sym typeface="Verdana"/>
            </a:endParaRPr>
          </a:p>
          <a:p>
            <a:pPr marL="0" lvl="0" indent="0" algn="l" rtl="0">
              <a:spcBef>
                <a:spcPts val="879"/>
              </a:spcBef>
              <a:spcAft>
                <a:spcPts val="0"/>
              </a:spcAft>
              <a:buSzPct val="145000"/>
              <a:buNone/>
            </a:pPr>
            <a:r>
              <a:rPr lang="en" sz="4300" u="sng" dirty="0">
                <a:solidFill>
                  <a:schemeClr val="hlink"/>
                </a:solidFill>
                <a:latin typeface="Verdana"/>
                <a:ea typeface="Verdana"/>
                <a:cs typeface="Verdana"/>
                <a:sym typeface="Verdana"/>
                <a:hlinkClick r:id="rId13"/>
              </a:rPr>
              <a:t>https://tryqa.com/what-is-agile-model-advantages-disadvantages-and-when-to-use-it/</a:t>
            </a:r>
            <a:endParaRPr sz="4300" dirty="0">
              <a:latin typeface="Verdana"/>
              <a:ea typeface="Verdana"/>
              <a:cs typeface="Verdana"/>
              <a:sym typeface="Verdana"/>
            </a:endParaRPr>
          </a:p>
          <a:p>
            <a:pPr marL="0" lvl="0" indent="0" algn="l" rtl="0">
              <a:spcBef>
                <a:spcPts val="879"/>
              </a:spcBef>
              <a:spcAft>
                <a:spcPts val="0"/>
              </a:spcAft>
              <a:buSzPct val="145000"/>
              <a:buNone/>
            </a:pPr>
            <a:r>
              <a:rPr lang="en" sz="4300" u="sng" dirty="0">
                <a:solidFill>
                  <a:schemeClr val="hlink"/>
                </a:solidFill>
                <a:latin typeface="Verdana"/>
                <a:ea typeface="Verdana"/>
                <a:cs typeface="Verdana"/>
                <a:sym typeface="Verdana"/>
                <a:hlinkClick r:id="rId14"/>
              </a:rPr>
              <a:t>https://agilemodeling.com/essays/introductiontoam.htm</a:t>
            </a:r>
            <a:endParaRPr sz="4300" dirty="0">
              <a:latin typeface="Verdana"/>
              <a:ea typeface="Verdana"/>
              <a:cs typeface="Verdana"/>
              <a:sym typeface="Verdana"/>
            </a:endParaRPr>
          </a:p>
          <a:p>
            <a:pPr marL="0" lvl="0" indent="0" algn="l" rtl="0">
              <a:spcBef>
                <a:spcPts val="730"/>
              </a:spcBef>
              <a:spcAft>
                <a:spcPts val="0"/>
              </a:spcAft>
              <a:buSzPct val="145000"/>
              <a:buNone/>
            </a:pPr>
            <a:endParaRPr sz="2000" b="1" dirty="0">
              <a:latin typeface="Verdana"/>
              <a:ea typeface="Verdana"/>
              <a:cs typeface="Verdana"/>
              <a:sym typeface="Verdana"/>
            </a:endParaRPr>
          </a:p>
          <a:p>
            <a:pPr marL="0" lvl="0" indent="0" algn="l" rtl="0">
              <a:spcBef>
                <a:spcPts val="730"/>
              </a:spcBef>
              <a:spcAft>
                <a:spcPts val="0"/>
              </a:spcAft>
              <a:buSzPct val="145000"/>
              <a:buNone/>
            </a:pPr>
            <a:r>
              <a:rPr lang="el-GR" sz="2000" dirty="0"/>
              <a:t/>
            </a:r>
            <a:br>
              <a:rPr lang="el-GR" sz="2000" dirty="0"/>
            </a:br>
            <a:endParaRPr sz="2000" b="1" dirty="0">
              <a:latin typeface="Verdana"/>
              <a:ea typeface="Verdana"/>
              <a:cs typeface="Verdana"/>
              <a:sym typeface="Verdana"/>
            </a:endParaRPr>
          </a:p>
        </p:txBody>
      </p:sp>
    </p:spTree>
  </p:cSld>
  <p:clrMapOvr>
    <a:masterClrMapping/>
  </p:clrMapOvr>
  <p:transition spd="med">
    <p:pull/>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618"/>
        <p:cNvGrpSpPr/>
        <p:nvPr/>
      </p:nvGrpSpPr>
      <p:grpSpPr>
        <a:xfrm>
          <a:off x="0" y="0"/>
          <a:ext cx="0" cy="0"/>
          <a:chOff x="0" y="0"/>
          <a:chExt cx="0" cy="0"/>
        </a:xfrm>
      </p:grpSpPr>
      <p:sp>
        <p:nvSpPr>
          <p:cNvPr id="619" name="Google Shape;619;p67"/>
          <p:cNvSpPr txBox="1">
            <a:spLocks noGrp="1"/>
          </p:cNvSpPr>
          <p:nvPr>
            <p:ph type="title"/>
          </p:nvPr>
        </p:nvSpPr>
        <p:spPr>
          <a:xfrm>
            <a:off x="1484311" y="91441"/>
            <a:ext cx="10018713" cy="73152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n" sz="3000" b="1">
                <a:latin typeface="Verdana"/>
                <a:ea typeface="Verdana"/>
                <a:cs typeface="Verdana"/>
                <a:sym typeface="Verdana"/>
              </a:rPr>
              <a:t>REFERENCES</a:t>
            </a:r>
            <a:endParaRPr sz="3000"/>
          </a:p>
        </p:txBody>
      </p:sp>
      <p:sp>
        <p:nvSpPr>
          <p:cNvPr id="620" name="Google Shape;620;p67"/>
          <p:cNvSpPr txBox="1">
            <a:spLocks noGrp="1"/>
          </p:cNvSpPr>
          <p:nvPr>
            <p:ph type="body" idx="1"/>
          </p:nvPr>
        </p:nvSpPr>
        <p:spPr>
          <a:xfrm>
            <a:off x="1753650" y="822950"/>
            <a:ext cx="10018800" cy="57078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SzPts val="7105"/>
              <a:buNone/>
            </a:pPr>
            <a:endParaRPr sz="2050" b="1" dirty="0">
              <a:latin typeface="Verdana"/>
              <a:ea typeface="Verdana"/>
              <a:cs typeface="Verdana"/>
              <a:sym typeface="Verdana"/>
            </a:endParaRPr>
          </a:p>
          <a:p>
            <a:pPr marL="0" lvl="0" indent="0" algn="l" rtl="0">
              <a:spcBef>
                <a:spcPts val="0"/>
              </a:spcBef>
              <a:spcAft>
                <a:spcPts val="0"/>
              </a:spcAft>
              <a:buSzPts val="7105"/>
              <a:buNone/>
            </a:pPr>
            <a:r>
              <a:rPr lang="en" sz="1600" b="1" dirty="0">
                <a:latin typeface="Verdana"/>
                <a:ea typeface="Verdana"/>
                <a:cs typeface="Verdana"/>
                <a:sym typeface="Verdana"/>
              </a:rPr>
              <a:t>2.3/3.2.3 DevOps Development</a:t>
            </a:r>
            <a:endParaRPr sz="1600" dirty="0"/>
          </a:p>
          <a:p>
            <a:pPr marL="39729" lvl="0" indent="0" algn="l" rtl="0">
              <a:spcBef>
                <a:spcPts val="879"/>
              </a:spcBef>
              <a:spcAft>
                <a:spcPts val="0"/>
              </a:spcAft>
              <a:buSzPts val="1400"/>
              <a:buNone/>
            </a:pPr>
            <a:r>
              <a:rPr lang="en" sz="1400" u="sng" dirty="0">
                <a:solidFill>
                  <a:schemeClr val="hlink"/>
                </a:solidFill>
                <a:latin typeface="Verdana"/>
                <a:ea typeface="Verdana"/>
                <a:cs typeface="Verdana"/>
                <a:sym typeface="Verdana"/>
                <a:hlinkClick r:id="rId3"/>
              </a:rPr>
              <a:t>https://www.atlassian.com/devops</a:t>
            </a:r>
            <a:endParaRPr sz="1400" dirty="0">
              <a:latin typeface="Verdana"/>
              <a:ea typeface="Verdana"/>
              <a:cs typeface="Verdana"/>
              <a:sym typeface="Verdana"/>
            </a:endParaRPr>
          </a:p>
          <a:p>
            <a:pPr marL="39729" lvl="0" indent="0" algn="l" rtl="0">
              <a:spcBef>
                <a:spcPts val="879"/>
              </a:spcBef>
              <a:spcAft>
                <a:spcPts val="0"/>
              </a:spcAft>
              <a:buSzPts val="1400"/>
              <a:buNone/>
            </a:pPr>
            <a:r>
              <a:rPr lang="en" sz="1400" u="sng" dirty="0">
                <a:solidFill>
                  <a:schemeClr val="hlink"/>
                </a:solidFill>
                <a:latin typeface="Verdana"/>
                <a:ea typeface="Verdana"/>
                <a:cs typeface="Verdana"/>
                <a:sym typeface="Verdana"/>
                <a:hlinkClick r:id="rId4"/>
              </a:rPr>
              <a:t>https://aws.amazon.com/devops/what-is-devops/</a:t>
            </a:r>
            <a:endParaRPr sz="1400" dirty="0">
              <a:latin typeface="Verdana"/>
              <a:ea typeface="Verdana"/>
              <a:cs typeface="Verdana"/>
              <a:sym typeface="Verdana"/>
            </a:endParaRPr>
          </a:p>
          <a:p>
            <a:pPr marL="39729" lvl="0" indent="0" algn="l" rtl="0">
              <a:spcBef>
                <a:spcPts val="879"/>
              </a:spcBef>
              <a:spcAft>
                <a:spcPts val="0"/>
              </a:spcAft>
              <a:buSzPts val="1400"/>
              <a:buNone/>
            </a:pPr>
            <a:r>
              <a:rPr lang="en" sz="1400" u="sng" dirty="0">
                <a:solidFill>
                  <a:schemeClr val="hlink"/>
                </a:solidFill>
                <a:latin typeface="Verdana"/>
                <a:ea typeface="Verdana"/>
                <a:cs typeface="Verdana"/>
                <a:sym typeface="Verdana"/>
                <a:hlinkClick r:id="rId5"/>
              </a:rPr>
              <a:t>https://bigblue.academy/gr/devops</a:t>
            </a:r>
            <a:endParaRPr sz="1400" dirty="0">
              <a:latin typeface="Verdana"/>
              <a:ea typeface="Verdana"/>
              <a:cs typeface="Verdana"/>
              <a:sym typeface="Verdana"/>
            </a:endParaRPr>
          </a:p>
          <a:p>
            <a:pPr marL="39729" lvl="0" indent="0" algn="l" rtl="0">
              <a:spcBef>
                <a:spcPts val="879"/>
              </a:spcBef>
              <a:spcAft>
                <a:spcPts val="0"/>
              </a:spcAft>
              <a:buSzPts val="1400"/>
              <a:buNone/>
            </a:pPr>
            <a:r>
              <a:rPr lang="en" sz="1400" u="sng" dirty="0">
                <a:solidFill>
                  <a:schemeClr val="hlink"/>
                </a:solidFill>
                <a:latin typeface="Verdana"/>
                <a:ea typeface="Verdana"/>
                <a:cs typeface="Verdana"/>
                <a:sym typeface="Verdana"/>
                <a:hlinkClick r:id="rId6"/>
              </a:rPr>
              <a:t>https://www.simpliaxis.com/resources/devops-pros-and-cons</a:t>
            </a:r>
            <a:endParaRPr sz="1400" dirty="0">
              <a:latin typeface="Verdana"/>
              <a:ea typeface="Verdana"/>
              <a:cs typeface="Verdana"/>
              <a:sym typeface="Verdana"/>
            </a:endParaRPr>
          </a:p>
          <a:p>
            <a:pPr marL="0" lvl="0" indent="0" algn="l" rtl="0">
              <a:spcBef>
                <a:spcPts val="918"/>
              </a:spcBef>
              <a:spcAft>
                <a:spcPts val="0"/>
              </a:spcAft>
              <a:buSzPts val="7105"/>
              <a:buNone/>
            </a:pPr>
            <a:r>
              <a:rPr lang="en" sz="1600" b="1" dirty="0">
                <a:latin typeface="Verdana"/>
                <a:ea typeface="Verdana"/>
                <a:cs typeface="Verdana"/>
                <a:sym typeface="Verdana"/>
              </a:rPr>
              <a:t>2.4/3.2.4 Scrum Methodology</a:t>
            </a:r>
            <a:endParaRPr sz="1600" dirty="0"/>
          </a:p>
          <a:p>
            <a:pPr marL="39729" lvl="0" indent="0" algn="l" rtl="0">
              <a:spcBef>
                <a:spcPts val="879"/>
              </a:spcBef>
              <a:spcAft>
                <a:spcPts val="0"/>
              </a:spcAft>
              <a:buSzPts val="1400"/>
              <a:buNone/>
            </a:pPr>
            <a:r>
              <a:rPr lang="en" sz="1400" u="sng" dirty="0">
                <a:solidFill>
                  <a:schemeClr val="hlink"/>
                </a:solidFill>
                <a:latin typeface="Verdana"/>
                <a:ea typeface="Verdana"/>
                <a:cs typeface="Verdana"/>
                <a:sym typeface="Verdana"/>
                <a:hlinkClick r:id="rId7"/>
              </a:rPr>
              <a:t>10 Free Workflow Templates in ClickUp &amp; Excel</a:t>
            </a:r>
            <a:endParaRPr sz="1400" dirty="0">
              <a:latin typeface="Verdana"/>
              <a:ea typeface="Verdana"/>
              <a:cs typeface="Verdana"/>
              <a:sym typeface="Verdana"/>
            </a:endParaRPr>
          </a:p>
          <a:p>
            <a:pPr marL="39729" lvl="0" indent="0" algn="l" rtl="0">
              <a:spcBef>
                <a:spcPts val="879"/>
              </a:spcBef>
              <a:spcAft>
                <a:spcPts val="0"/>
              </a:spcAft>
              <a:buSzPts val="1400"/>
              <a:buNone/>
            </a:pPr>
            <a:r>
              <a:rPr lang="en" sz="1400" u="sng" dirty="0">
                <a:solidFill>
                  <a:schemeClr val="hlink"/>
                </a:solidFill>
                <a:latin typeface="Verdana"/>
                <a:ea typeface="Verdana"/>
                <a:cs typeface="Verdana"/>
                <a:sym typeface="Verdana"/>
                <a:hlinkClick r:id="rId8"/>
              </a:rPr>
              <a:t>Scrum Project Management: Advantages and Disadvantages</a:t>
            </a:r>
            <a:endParaRPr sz="1400" dirty="0">
              <a:latin typeface="Verdana"/>
              <a:ea typeface="Verdana"/>
              <a:cs typeface="Verdana"/>
              <a:sym typeface="Verdana"/>
            </a:endParaRPr>
          </a:p>
          <a:p>
            <a:pPr marL="39729" lvl="0" indent="0" algn="l" rtl="0">
              <a:spcBef>
                <a:spcPts val="879"/>
              </a:spcBef>
              <a:spcAft>
                <a:spcPts val="0"/>
              </a:spcAft>
              <a:buSzPts val="1400"/>
              <a:buNone/>
            </a:pPr>
            <a:r>
              <a:rPr lang="en" sz="1400" u="sng" dirty="0">
                <a:solidFill>
                  <a:schemeClr val="hlink"/>
                </a:solidFill>
                <a:latin typeface="Verdana"/>
                <a:ea typeface="Verdana"/>
                <a:cs typeface="Verdana"/>
                <a:sym typeface="Verdana"/>
                <a:hlinkClick r:id="rId9"/>
              </a:rPr>
              <a:t>The Three Pillars of Empiricism (Scrum)</a:t>
            </a:r>
            <a:endParaRPr sz="1400" dirty="0">
              <a:latin typeface="Verdana"/>
              <a:ea typeface="Verdana"/>
              <a:cs typeface="Verdana"/>
              <a:sym typeface="Verdana"/>
            </a:endParaRPr>
          </a:p>
          <a:p>
            <a:pPr marL="39729" lvl="0" indent="0" algn="l" rtl="0">
              <a:spcBef>
                <a:spcPts val="879"/>
              </a:spcBef>
              <a:spcAft>
                <a:spcPts val="0"/>
              </a:spcAft>
              <a:buSzPts val="1400"/>
              <a:buNone/>
            </a:pPr>
            <a:r>
              <a:rPr lang="en" sz="1400" u="sng" dirty="0">
                <a:solidFill>
                  <a:schemeClr val="hlink"/>
                </a:solidFill>
                <a:latin typeface="Verdana"/>
                <a:ea typeface="Verdana"/>
                <a:cs typeface="Verdana"/>
                <a:sym typeface="Verdana"/>
                <a:hlinkClick r:id="rId10"/>
              </a:rPr>
              <a:t>https://www.slideteam.net/blog/top-10-agile-scrum-framework-templates</a:t>
            </a:r>
            <a:endParaRPr sz="1400" dirty="0">
              <a:latin typeface="Verdana"/>
              <a:ea typeface="Verdana"/>
              <a:cs typeface="Verdana"/>
              <a:sym typeface="Verdana"/>
            </a:endParaRPr>
          </a:p>
          <a:p>
            <a:pPr marL="39729" lvl="0" indent="0" algn="l" rtl="0">
              <a:spcBef>
                <a:spcPts val="879"/>
              </a:spcBef>
              <a:spcAft>
                <a:spcPts val="0"/>
              </a:spcAft>
              <a:buSzPts val="1400"/>
              <a:buNone/>
            </a:pPr>
            <a:r>
              <a:rPr lang="en" sz="1400" u="sng" dirty="0">
                <a:solidFill>
                  <a:schemeClr val="hlink"/>
                </a:solidFill>
                <a:latin typeface="Verdana"/>
                <a:ea typeface="Verdana"/>
                <a:cs typeface="Verdana"/>
                <a:sym typeface="Verdana"/>
                <a:hlinkClick r:id="rId11"/>
              </a:rPr>
              <a:t>https://www.theknowledgeacademy.com/blog/advantages-and-disadvantages-of-scrum/</a:t>
            </a:r>
            <a:endParaRPr sz="1400" dirty="0">
              <a:latin typeface="Verdana"/>
              <a:ea typeface="Verdana"/>
              <a:cs typeface="Verdana"/>
              <a:sym typeface="Verdana"/>
            </a:endParaRPr>
          </a:p>
          <a:p>
            <a:pPr marL="39730" lvl="0" indent="0" algn="l" rtl="0">
              <a:spcBef>
                <a:spcPts val="879"/>
              </a:spcBef>
              <a:spcAft>
                <a:spcPts val="0"/>
              </a:spcAft>
              <a:buSzPts val="1400"/>
              <a:buNone/>
            </a:pPr>
            <a:r>
              <a:rPr lang="en" sz="1400" u="sng" dirty="0">
                <a:solidFill>
                  <a:schemeClr val="hlink"/>
                </a:solidFill>
                <a:latin typeface="Verdana"/>
                <a:ea typeface="Verdana"/>
                <a:cs typeface="Verdana"/>
                <a:sym typeface="Verdana"/>
                <a:hlinkClick r:id="rId12"/>
              </a:rPr>
              <a:t>https://medium.com/agile-outside-the-box/understanding-scrum-the-scrum-5-3-5-3-3-d8c2553899df</a:t>
            </a:r>
            <a:endParaRPr sz="1400" dirty="0">
              <a:latin typeface="Verdana"/>
              <a:ea typeface="Verdana"/>
              <a:cs typeface="Verdana"/>
              <a:sym typeface="Verdana"/>
            </a:endParaRPr>
          </a:p>
          <a:p>
            <a:pPr marL="0" lvl="0" indent="0" algn="l" rtl="0">
              <a:spcBef>
                <a:spcPts val="756"/>
              </a:spcBef>
              <a:spcAft>
                <a:spcPts val="0"/>
              </a:spcAft>
              <a:buSzPts val="3480"/>
              <a:buNone/>
            </a:pPr>
            <a:endParaRPr b="1" dirty="0">
              <a:latin typeface="Verdana"/>
              <a:ea typeface="Verdana"/>
              <a:cs typeface="Verdana"/>
              <a:sym typeface="Verdana"/>
            </a:endParaRPr>
          </a:p>
          <a:p>
            <a:pPr marL="0" lvl="0" indent="0" algn="l" rtl="0">
              <a:spcBef>
                <a:spcPts val="756"/>
              </a:spcBef>
              <a:spcAft>
                <a:spcPts val="0"/>
              </a:spcAft>
              <a:buSzPts val="3480"/>
              <a:buNone/>
            </a:pPr>
            <a:endParaRPr dirty="0"/>
          </a:p>
        </p:txBody>
      </p:sp>
    </p:spTree>
  </p:cSld>
  <p:clrMapOvr>
    <a:masterClrMapping/>
  </p:clrMapOvr>
  <p:transition spd="med">
    <p:pull/>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sp>
        <p:nvSpPr>
          <p:cNvPr id="625" name="Google Shape;625;p68"/>
          <p:cNvSpPr txBox="1">
            <a:spLocks noGrp="1"/>
          </p:cNvSpPr>
          <p:nvPr>
            <p:ph type="title"/>
          </p:nvPr>
        </p:nvSpPr>
        <p:spPr>
          <a:xfrm>
            <a:off x="1484310" y="0"/>
            <a:ext cx="10018713" cy="1752599"/>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n" sz="3000" b="1">
                <a:latin typeface="Verdana"/>
                <a:ea typeface="Verdana"/>
                <a:cs typeface="Verdana"/>
                <a:sym typeface="Verdana"/>
              </a:rPr>
              <a:t>REFERENCES</a:t>
            </a:r>
            <a:endParaRPr sz="3000"/>
          </a:p>
        </p:txBody>
      </p:sp>
      <p:sp>
        <p:nvSpPr>
          <p:cNvPr id="626" name="Google Shape;626;p68"/>
          <p:cNvSpPr txBox="1">
            <a:spLocks noGrp="1"/>
          </p:cNvSpPr>
          <p:nvPr>
            <p:ph type="body" idx="1"/>
          </p:nvPr>
        </p:nvSpPr>
        <p:spPr>
          <a:xfrm>
            <a:off x="1484263" y="1287849"/>
            <a:ext cx="10018800" cy="4845000"/>
          </a:xfrm>
          <a:prstGeom prst="rect">
            <a:avLst/>
          </a:prstGeom>
          <a:noFill/>
          <a:ln>
            <a:noFill/>
          </a:ln>
        </p:spPr>
        <p:txBody>
          <a:bodyPr spcFirstLastPara="1" wrap="square" lIns="91425" tIns="45700" rIns="91425" bIns="45700" anchor="ctr" anchorCtr="0">
            <a:normAutofit/>
          </a:bodyPr>
          <a:lstStyle/>
          <a:p>
            <a:pPr marL="0" lvl="0" indent="0" algn="l" rtl="0">
              <a:spcBef>
                <a:spcPts val="918"/>
              </a:spcBef>
              <a:spcAft>
                <a:spcPts val="0"/>
              </a:spcAft>
              <a:buClr>
                <a:schemeClr val="dk1"/>
              </a:buClr>
              <a:buSzPts val="7105"/>
              <a:buFont typeface="Arial"/>
              <a:buNone/>
            </a:pPr>
            <a:r>
              <a:rPr lang="en" sz="1600" b="1" dirty="0">
                <a:latin typeface="Verdana"/>
                <a:ea typeface="Verdana"/>
                <a:cs typeface="Verdana"/>
                <a:sym typeface="Verdana"/>
              </a:rPr>
              <a:t>2.5/3.2.5 Extreme Programming</a:t>
            </a:r>
            <a:endParaRPr sz="1600" dirty="0"/>
          </a:p>
          <a:p>
            <a:pPr marL="39730" lvl="0" indent="0" algn="l" rtl="0">
              <a:spcBef>
                <a:spcPts val="879"/>
              </a:spcBef>
              <a:spcAft>
                <a:spcPts val="0"/>
              </a:spcAft>
              <a:buSzPts val="1400"/>
              <a:buNone/>
            </a:pPr>
            <a:r>
              <a:rPr lang="en" sz="1400" u="sng" dirty="0">
                <a:solidFill>
                  <a:schemeClr val="hlink"/>
                </a:solidFill>
                <a:latin typeface="Verdana"/>
                <a:ea typeface="Verdana"/>
                <a:cs typeface="Verdana"/>
                <a:sym typeface="Verdana"/>
                <a:hlinkClick r:id="rId3"/>
              </a:rPr>
              <a:t>https://en.wikipedia.org/wiki/Extreme_programming</a:t>
            </a:r>
            <a:endParaRPr sz="1400" dirty="0">
              <a:latin typeface="Verdana"/>
              <a:ea typeface="Verdana"/>
              <a:cs typeface="Verdana"/>
              <a:sym typeface="Verdana"/>
            </a:endParaRPr>
          </a:p>
          <a:p>
            <a:pPr marL="39730" lvl="0" indent="0" algn="l" rtl="0">
              <a:spcBef>
                <a:spcPts val="879"/>
              </a:spcBef>
              <a:spcAft>
                <a:spcPts val="0"/>
              </a:spcAft>
              <a:buSzPts val="1400"/>
              <a:buNone/>
            </a:pPr>
            <a:r>
              <a:rPr lang="en" sz="1400" u="sng" dirty="0">
                <a:solidFill>
                  <a:schemeClr val="hlink"/>
                </a:solidFill>
                <a:latin typeface="Verdana"/>
                <a:ea typeface="Verdana"/>
                <a:cs typeface="Verdana"/>
                <a:sym typeface="Verdana"/>
                <a:hlinkClick r:id="rId4"/>
              </a:rPr>
              <a:t>https://asana.com/resources/extreme-programming-xp</a:t>
            </a:r>
            <a:endParaRPr sz="1400" dirty="0">
              <a:latin typeface="Verdana"/>
              <a:ea typeface="Verdana"/>
              <a:cs typeface="Verdana"/>
              <a:sym typeface="Verdana"/>
            </a:endParaRPr>
          </a:p>
          <a:p>
            <a:pPr marL="39730" lvl="0" indent="0" algn="l" rtl="0">
              <a:spcBef>
                <a:spcPts val="879"/>
              </a:spcBef>
              <a:spcAft>
                <a:spcPts val="0"/>
              </a:spcAft>
              <a:buSzPts val="1400"/>
              <a:buNone/>
            </a:pPr>
            <a:r>
              <a:rPr lang="en" sz="1400" u="sng" dirty="0">
                <a:solidFill>
                  <a:schemeClr val="hlink"/>
                </a:solidFill>
                <a:latin typeface="Verdana"/>
                <a:ea typeface="Verdana"/>
                <a:cs typeface="Verdana"/>
                <a:sym typeface="Verdana"/>
                <a:hlinkClick r:id="rId5"/>
              </a:rPr>
              <a:t>https://www.nimblework.com/agile/extreme-programming-xp/#elementor-toc__heading-anchor-1</a:t>
            </a:r>
            <a:endParaRPr sz="1400" dirty="0">
              <a:latin typeface="Verdana"/>
              <a:ea typeface="Verdana"/>
              <a:cs typeface="Verdana"/>
              <a:sym typeface="Verdana"/>
            </a:endParaRPr>
          </a:p>
          <a:p>
            <a:pPr marL="39730" lvl="0" indent="0" algn="l" rtl="0">
              <a:spcBef>
                <a:spcPts val="879"/>
              </a:spcBef>
              <a:spcAft>
                <a:spcPts val="0"/>
              </a:spcAft>
              <a:buSzPts val="1400"/>
              <a:buNone/>
            </a:pPr>
            <a:r>
              <a:rPr lang="en" sz="1400" u="sng" dirty="0">
                <a:solidFill>
                  <a:schemeClr val="hlink"/>
                </a:solidFill>
                <a:latin typeface="Verdana"/>
                <a:ea typeface="Verdana"/>
                <a:cs typeface="Verdana"/>
                <a:sym typeface="Verdana"/>
                <a:hlinkClick r:id="rId6"/>
              </a:rPr>
              <a:t>https://hygger.io/blog/disadvantages-and-advantages-of-extreme-programming/</a:t>
            </a:r>
            <a:endParaRPr sz="1400" dirty="0">
              <a:latin typeface="Verdana"/>
              <a:ea typeface="Verdana"/>
              <a:cs typeface="Verdana"/>
              <a:sym typeface="Verdana"/>
            </a:endParaRPr>
          </a:p>
          <a:p>
            <a:pPr marL="0" lvl="0" indent="0" algn="l" rtl="0">
              <a:spcBef>
                <a:spcPts val="0"/>
              </a:spcBef>
              <a:spcAft>
                <a:spcPts val="0"/>
              </a:spcAft>
              <a:buSzPts val="2320"/>
              <a:buNone/>
            </a:pPr>
            <a:r>
              <a:rPr lang="en" sz="1400" u="sng" dirty="0" smtClean="0">
                <a:solidFill>
                  <a:schemeClr val="hlink"/>
                </a:solidFill>
                <a:latin typeface="Verdana"/>
                <a:ea typeface="Verdana"/>
                <a:cs typeface="Verdana"/>
                <a:sym typeface="Verdana"/>
                <a:hlinkClick r:id="rId7"/>
              </a:rPr>
              <a:t> </a:t>
            </a:r>
            <a:r>
              <a:rPr lang="el-GR" sz="1400" u="sng" dirty="0" smtClean="0">
                <a:solidFill>
                  <a:schemeClr val="hlink"/>
                </a:solidFill>
                <a:latin typeface="Verdana"/>
                <a:ea typeface="Verdana"/>
                <a:cs typeface="Verdana"/>
                <a:sym typeface="Verdana"/>
                <a:hlinkClick r:id="rId7"/>
              </a:rPr>
              <a:t/>
            </a:r>
            <a:br>
              <a:rPr lang="el-GR" sz="1400" u="sng" dirty="0" smtClean="0">
                <a:solidFill>
                  <a:schemeClr val="hlink"/>
                </a:solidFill>
                <a:latin typeface="Verdana"/>
                <a:ea typeface="Verdana"/>
                <a:cs typeface="Verdana"/>
                <a:sym typeface="Verdana"/>
                <a:hlinkClick r:id="rId7"/>
              </a:rPr>
            </a:br>
            <a:r>
              <a:rPr lang="en" sz="1400" u="sng" dirty="0" smtClean="0">
                <a:solidFill>
                  <a:schemeClr val="hlink"/>
                </a:solidFill>
                <a:latin typeface="Verdana"/>
                <a:ea typeface="Verdana"/>
                <a:cs typeface="Verdana"/>
                <a:sym typeface="Verdana"/>
                <a:hlinkClick r:id="rId7"/>
              </a:rPr>
              <a:t>https://simpleprogrammer.com/pros-cons-extreme-programming-xp/?utm_content=cmp-true</a:t>
            </a:r>
            <a:r>
              <a:rPr lang="en" sz="1400" u="sng" dirty="0">
                <a:solidFill>
                  <a:schemeClr val="hlink"/>
                </a:solidFill>
                <a:latin typeface="Verdana"/>
                <a:ea typeface="Verdana"/>
                <a:cs typeface="Verdana"/>
                <a:sym typeface="Verdana"/>
                <a:hlinkClick r:id="rId7"/>
              </a:rPr>
              <a:t>​</a:t>
            </a:r>
            <a:r>
              <a:rPr lang="el-GR" sz="1400" b="1" dirty="0">
                <a:latin typeface="Verdana"/>
                <a:ea typeface="Verdana"/>
                <a:cs typeface="Verdana"/>
                <a:sym typeface="Verdana"/>
              </a:rPr>
              <a:t/>
            </a:r>
            <a:br>
              <a:rPr lang="el-GR" sz="1400" b="1" dirty="0">
                <a:latin typeface="Verdana"/>
                <a:ea typeface="Verdana"/>
                <a:cs typeface="Verdana"/>
                <a:sym typeface="Verdana"/>
              </a:rPr>
            </a:br>
            <a:endParaRPr sz="1400" b="1" dirty="0">
              <a:latin typeface="Verdana"/>
              <a:ea typeface="Verdana"/>
              <a:cs typeface="Verdana"/>
              <a:sym typeface="Verdana"/>
            </a:endParaRPr>
          </a:p>
          <a:p>
            <a:pPr marL="0" lvl="0" indent="0" algn="l" rtl="0">
              <a:spcBef>
                <a:spcPts val="0"/>
              </a:spcBef>
              <a:spcAft>
                <a:spcPts val="0"/>
              </a:spcAft>
              <a:buSzPts val="2320"/>
              <a:buNone/>
            </a:pPr>
            <a:r>
              <a:rPr lang="en" sz="1600" b="1" dirty="0">
                <a:latin typeface="Verdana"/>
                <a:ea typeface="Verdana"/>
                <a:cs typeface="Verdana"/>
                <a:sym typeface="Verdana"/>
              </a:rPr>
              <a:t>2.6/3.2.6 Test-driven development</a:t>
            </a:r>
            <a:endParaRPr sz="1600" dirty="0"/>
          </a:p>
          <a:p>
            <a:pPr marL="40005" lvl="0" indent="0" algn="l" rtl="0">
              <a:spcBef>
                <a:spcPts val="880"/>
              </a:spcBef>
              <a:spcAft>
                <a:spcPts val="0"/>
              </a:spcAft>
              <a:buSzPts val="1400"/>
              <a:buNone/>
            </a:pPr>
            <a:r>
              <a:rPr lang="en" sz="1400" u="sng" dirty="0">
                <a:solidFill>
                  <a:schemeClr val="hlink"/>
                </a:solidFill>
                <a:latin typeface="Verdana"/>
                <a:ea typeface="Verdana"/>
                <a:cs typeface="Verdana"/>
                <a:sym typeface="Verdana"/>
                <a:hlinkClick r:id="rId8"/>
              </a:rPr>
              <a:t>https://www.geeksforgeeks.org/advantages-and-disadvantages-of-test-driven-development-tdd/?ref=gcse</a:t>
            </a:r>
            <a:r>
              <a:rPr lang="en" sz="1400" dirty="0">
                <a:latin typeface="Verdana"/>
                <a:ea typeface="Verdana"/>
                <a:cs typeface="Verdana"/>
                <a:sym typeface="Verdana"/>
              </a:rPr>
              <a:t> </a:t>
            </a:r>
            <a:endParaRPr sz="1400" dirty="0"/>
          </a:p>
          <a:p>
            <a:pPr marL="40005" lvl="0" indent="0" algn="l" rtl="0">
              <a:spcBef>
                <a:spcPts val="880"/>
              </a:spcBef>
              <a:spcAft>
                <a:spcPts val="0"/>
              </a:spcAft>
              <a:buSzPts val="1400"/>
              <a:buNone/>
            </a:pPr>
            <a:r>
              <a:rPr lang="en" sz="1400" u="sng" dirty="0">
                <a:solidFill>
                  <a:schemeClr val="hlink"/>
                </a:solidFill>
                <a:latin typeface="Verdana"/>
                <a:ea typeface="Verdana"/>
                <a:cs typeface="Verdana"/>
                <a:sym typeface="Verdana"/>
                <a:hlinkClick r:id="rId9"/>
              </a:rPr>
              <a:t>https://www.geeksforgeeks.org/test-driven-development-tdd/?ref=gcse</a:t>
            </a:r>
            <a:endParaRPr sz="1400" dirty="0">
              <a:latin typeface="Verdana"/>
              <a:ea typeface="Verdana"/>
              <a:cs typeface="Verdana"/>
              <a:sym typeface="Verdana"/>
            </a:endParaRPr>
          </a:p>
          <a:p>
            <a:pPr marL="0" lvl="0" indent="0" algn="l" rtl="0">
              <a:spcBef>
                <a:spcPts val="920"/>
              </a:spcBef>
              <a:spcAft>
                <a:spcPts val="0"/>
              </a:spcAft>
              <a:buSzPts val="2320"/>
              <a:buNone/>
            </a:pPr>
            <a:endParaRPr sz="1600" b="1" dirty="0">
              <a:latin typeface="Verdana"/>
              <a:ea typeface="Verdana"/>
              <a:cs typeface="Verdana"/>
              <a:sym typeface="Verdana"/>
            </a:endParaRPr>
          </a:p>
          <a:p>
            <a:pPr marL="0" lvl="0" indent="0" algn="l" rtl="0">
              <a:spcBef>
                <a:spcPts val="1080"/>
              </a:spcBef>
              <a:spcAft>
                <a:spcPts val="0"/>
              </a:spcAft>
              <a:buSzPts val="3480"/>
              <a:buNone/>
            </a:pPr>
            <a:endParaRPr dirty="0"/>
          </a:p>
        </p:txBody>
      </p:sp>
    </p:spTree>
  </p:cSld>
  <p:clrMapOvr>
    <a:masterClrMapping/>
  </p:clrMapOvr>
  <p:transition spd="med">
    <p:pull/>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630"/>
        <p:cNvGrpSpPr/>
        <p:nvPr/>
      </p:nvGrpSpPr>
      <p:grpSpPr>
        <a:xfrm>
          <a:off x="0" y="0"/>
          <a:ext cx="0" cy="0"/>
          <a:chOff x="0" y="0"/>
          <a:chExt cx="0" cy="0"/>
        </a:xfrm>
      </p:grpSpPr>
      <p:sp>
        <p:nvSpPr>
          <p:cNvPr id="631" name="Google Shape;631;p69"/>
          <p:cNvSpPr txBox="1">
            <a:spLocks noGrp="1"/>
          </p:cNvSpPr>
          <p:nvPr>
            <p:ph type="title"/>
          </p:nvPr>
        </p:nvSpPr>
        <p:spPr>
          <a:xfrm>
            <a:off x="1467685" y="211975"/>
            <a:ext cx="10018713" cy="100168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Verdana"/>
              <a:buNone/>
            </a:pPr>
            <a:r>
              <a:rPr lang="en" sz="3000" b="1">
                <a:latin typeface="Verdana"/>
                <a:ea typeface="Verdana"/>
                <a:cs typeface="Verdana"/>
                <a:sym typeface="Verdana"/>
              </a:rPr>
              <a:t>QUESTIONS?</a:t>
            </a:r>
            <a:endParaRPr sz="300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94700" y="1213659"/>
            <a:ext cx="4964682" cy="4964682"/>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Parallax">
  <a:themeElements>
    <a:clrScheme name="Parallax">
      <a:dk1>
        <a:srgbClr val="000000"/>
      </a:dk1>
      <a:lt1>
        <a:srgbClr val="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99</TotalTime>
  <Words>3323</Words>
  <Application>Microsoft Office PowerPoint</Application>
  <PresentationFormat>Widescreen</PresentationFormat>
  <Paragraphs>365</Paragraphs>
  <Slides>65</Slides>
  <Notes>65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65</vt:i4>
      </vt:variant>
    </vt:vector>
  </HeadingPairs>
  <TitlesOfParts>
    <vt:vector size="71" baseType="lpstr">
      <vt:lpstr>Corbel</vt:lpstr>
      <vt:lpstr>Wingdings</vt:lpstr>
      <vt:lpstr>Arial</vt:lpstr>
      <vt:lpstr>Verdana</vt:lpstr>
      <vt:lpstr>Calibri</vt:lpstr>
      <vt:lpstr>Parallax</vt:lpstr>
      <vt:lpstr>SOFTWARE QUALITY &amp; RELIABILITY    SOFTWARE LIFE CYCLE MODELS &amp; METHODOLOGIES</vt:lpstr>
      <vt:lpstr>0. GENERAL INTRODUCTION</vt:lpstr>
      <vt:lpstr>1. BASIC MODELS OF SOFTWARE DEVELOPMENT</vt:lpstr>
      <vt:lpstr>1.1. The waterfall model</vt:lpstr>
      <vt:lpstr>1.1. The waterfall model</vt:lpstr>
      <vt:lpstr>1.1. The waterfall model</vt:lpstr>
      <vt:lpstr>1.1. The waterfall model</vt:lpstr>
      <vt:lpstr>1.2. The V model</vt:lpstr>
      <vt:lpstr>1.2. The V model</vt:lpstr>
      <vt:lpstr>1.2. The V model</vt:lpstr>
      <vt:lpstr>1.2. The V model</vt:lpstr>
      <vt:lpstr>1.3. The prototyping model</vt:lpstr>
      <vt:lpstr>1.3. The prototyping model</vt:lpstr>
      <vt:lpstr>1.3. The prototyping model</vt:lpstr>
      <vt:lpstr>1.3. The prototyping model</vt:lpstr>
      <vt:lpstr>1.4. The functional augmentation model</vt:lpstr>
      <vt:lpstr>1.4. The functional augmentation model</vt:lpstr>
      <vt:lpstr>1.4. The functional augmentation model</vt:lpstr>
      <vt:lpstr>1.4. The functional augmentation model</vt:lpstr>
      <vt:lpstr>1.5. The spiral model</vt:lpstr>
      <vt:lpstr>1.5. The spiral model</vt:lpstr>
      <vt:lpstr>1.5. The spiral model</vt:lpstr>
      <vt:lpstr>1.5. The spiral model</vt:lpstr>
      <vt:lpstr>1.5. The spiral model</vt:lpstr>
      <vt:lpstr>2. MODERN MODELS OF SOFTWARE DEVELOPMENT</vt:lpstr>
      <vt:lpstr>2.1. Unified Approach  (Unified Process)</vt:lpstr>
      <vt:lpstr>2.1. Unified Approach  (Unified Process)</vt:lpstr>
      <vt:lpstr>2.1. Unified Approach  (Unified Process)</vt:lpstr>
      <vt:lpstr>2.1. Unified Approach  (Unified Process)</vt:lpstr>
      <vt:lpstr>2.2. Agile </vt:lpstr>
      <vt:lpstr>2.2. Agile </vt:lpstr>
      <vt:lpstr>2.2. Agile </vt:lpstr>
      <vt:lpstr>2.2. Agile </vt:lpstr>
      <vt:lpstr>2.3. DevOps Development</vt:lpstr>
      <vt:lpstr>2.3. DevOps Development</vt:lpstr>
      <vt:lpstr>2.3. DevOps Development</vt:lpstr>
      <vt:lpstr>2.3. DevOps Development</vt:lpstr>
      <vt:lpstr>2.3. DevOps Development</vt:lpstr>
      <vt:lpstr>2.3. DevOps Development</vt:lpstr>
      <vt:lpstr>2.4. Scrum methodology</vt:lpstr>
      <vt:lpstr>2.4. Scrum methodology</vt:lpstr>
      <vt:lpstr>2.4. Scrum methodology</vt:lpstr>
      <vt:lpstr>2.4. Scrum methodology</vt:lpstr>
      <vt:lpstr>2.5. Extreme </vt:lpstr>
      <vt:lpstr>2.5. Extreme </vt:lpstr>
      <vt:lpstr>2.5. Extreme </vt:lpstr>
      <vt:lpstr>2.5. Extreme </vt:lpstr>
      <vt:lpstr>2.5. Extreme </vt:lpstr>
      <vt:lpstr>2.6. Test-driven </vt:lpstr>
      <vt:lpstr>2.6. Test-driven </vt:lpstr>
      <vt:lpstr>2.6. Test-driven </vt:lpstr>
      <vt:lpstr>2.6. Test-driven </vt:lpstr>
      <vt:lpstr>3. CHOOSING AN APPROPRIATE DEVELOPMENT METHODOLOGY</vt:lpstr>
      <vt:lpstr>3.0. INTRODUCTION</vt:lpstr>
      <vt:lpstr>3.1. Appropriateness of Basic Software Development Models</vt:lpstr>
      <vt:lpstr>3.1. Appropriateness of Basic Software Development Models</vt:lpstr>
      <vt:lpstr>3.2. Appropriateness of Modern Software Development Models</vt:lpstr>
      <vt:lpstr>3.2. Appropriateness of Modern Software Development Models</vt:lpstr>
      <vt:lpstr>PowerPoint Presentation</vt:lpstr>
      <vt:lpstr>4. GENERAL SUMMARY </vt:lpstr>
      <vt:lpstr>REFERENCES </vt:lpstr>
      <vt:lpstr>REFERENCES</vt:lpstr>
      <vt:lpstr>REFERENCES</vt:lpstr>
      <vt:lpstr>REFERENCES</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ΠΟΙΟΤΗΤΑ &amp; ΑΞΙΟΠΙΣΤΙΑ ΛΟΓΙΣΜΙΚΟΥ   ΜΟΝΤΕΛΑ &amp; ΜΕΘΟΔΟΛΟΓΙΕΣ ΚΥΚΛΟΥ ΖΩΗΣ ΛΟΓΙΣΜΙΚΟΥ</dc:title>
  <dc:creator>billath131908@gmail.com</dc:creator>
  <cp:lastModifiedBy>billath131908@gmail.com</cp:lastModifiedBy>
  <cp:revision>15</cp:revision>
  <dcterms:created xsi:type="dcterms:W3CDTF">2023-12-04T20:31:04Z</dcterms:created>
  <dcterms:modified xsi:type="dcterms:W3CDTF">2025-02-24T02:30:31Z</dcterms:modified>
</cp:coreProperties>
</file>